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0" r:id="rId3"/>
    <p:sldId id="271" r:id="rId4"/>
    <p:sldId id="2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8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72" y="1224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custSel delSld modSld">
      <pc:chgData name="성욱 진" userId="f47a80d7871cb125" providerId="LiveId" clId="{FDCBA572-350E-4C39-BF59-3626AC33FF79}" dt="2026-03-19T06:11:21.834" v="14" actId="1076"/>
      <pc:docMkLst>
        <pc:docMk/>
      </pc:docMkLst>
      <pc:sldChg chg="delSp modSp mod">
        <pc:chgData name="성욱 진" userId="f47a80d7871cb125" providerId="LiveId" clId="{FDCBA572-350E-4C39-BF59-3626AC33FF79}" dt="2026-03-19T05:51:26.562" v="5" actId="478"/>
        <pc:sldMkLst>
          <pc:docMk/>
          <pc:sldMk cId="687017097" sldId="256"/>
        </pc:sldMkLst>
        <pc:spChg chg="del mod">
          <ac:chgData name="성욱 진" userId="f47a80d7871cb125" providerId="LiveId" clId="{FDCBA572-350E-4C39-BF59-3626AC33FF79}" dt="2026-03-19T05:50:44.358" v="2" actId="478"/>
          <ac:spMkLst>
            <pc:docMk/>
            <pc:sldMk cId="687017097" sldId="256"/>
            <ac:spMk id="8" creationId="{2C2E5547-8B93-4929-A4AD-0D273BF17DC5}"/>
          </ac:spMkLst>
        </pc:spChg>
        <pc:spChg chg="del">
          <ac:chgData name="성욱 진" userId="f47a80d7871cb125" providerId="LiveId" clId="{FDCBA572-350E-4C39-BF59-3626AC33FF79}" dt="2026-03-19T05:51:22.789" v="4" actId="478"/>
          <ac:spMkLst>
            <pc:docMk/>
            <pc:sldMk cId="687017097" sldId="256"/>
            <ac:spMk id="10" creationId="{5963AA9B-179B-4820-BEDE-45A0E81B1DD5}"/>
          </ac:spMkLst>
        </pc:spChg>
        <pc:spChg chg="del 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2" creationId="{558FE02F-E547-4FCD-AD02-0B8DB31EDA64}"/>
          </ac:spMkLst>
        </pc:spChg>
        <pc:spChg chg="del">
          <ac:chgData name="성욱 진" userId="f47a80d7871cb125" providerId="LiveId" clId="{FDCBA572-350E-4C39-BF59-3626AC33FF79}" dt="2026-03-19T05:51:17.673" v="3" actId="478"/>
          <ac:spMkLst>
            <pc:docMk/>
            <pc:sldMk cId="687017097" sldId="256"/>
            <ac:spMk id="13" creationId="{6DCD28C2-F01E-47E4-9A35-385BE5944A69}"/>
          </ac:spMkLst>
        </pc:spChg>
        <pc:spChg chg="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4" creationId="{05BCAF62-D4BF-460D-8135-96EB901E9318}"/>
          </ac:spMkLst>
        </pc:spChg>
        <pc:grpChg chg="del">
          <ac:chgData name="성욱 진" userId="f47a80d7871cb125" providerId="LiveId" clId="{FDCBA572-350E-4C39-BF59-3626AC33FF79}" dt="2026-03-19T05:51:26.562" v="5" actId="478"/>
          <ac:grpSpMkLst>
            <pc:docMk/>
            <pc:sldMk cId="687017097" sldId="256"/>
            <ac:grpSpMk id="15" creationId="{7ED67502-7674-4AEC-9490-BE720DDDB019}"/>
          </ac:grpSpMkLst>
        </pc:grpChg>
      </pc:sldChg>
      <pc:sldChg chg="del">
        <pc:chgData name="성욱 진" userId="f47a80d7871cb125" providerId="LiveId" clId="{FDCBA572-350E-4C39-BF59-3626AC33FF79}" dt="2026-03-19T05:51:37.410" v="6" actId="47"/>
        <pc:sldMkLst>
          <pc:docMk/>
          <pc:sldMk cId="368021184" sldId="257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3501440110" sldId="260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2388758371" sldId="261"/>
        </pc:sldMkLst>
      </pc:sldChg>
      <pc:sldChg chg="modSp mod">
        <pc:chgData name="성욱 진" userId="f47a80d7871cb125" providerId="LiveId" clId="{FDCBA572-350E-4C39-BF59-3626AC33FF79}" dt="2026-03-19T06:11:21.834" v="14" actId="1076"/>
        <pc:sldMkLst>
          <pc:docMk/>
          <pc:sldMk cId="3375138932" sldId="263"/>
        </pc:sldMkLst>
        <pc:spChg chg="mod">
          <ac:chgData name="성욱 진" userId="f47a80d7871cb125" providerId="LiveId" clId="{FDCBA572-350E-4C39-BF59-3626AC33FF79}" dt="2026-03-19T06:11:18.017" v="13" actId="1076"/>
          <ac:spMkLst>
            <pc:docMk/>
            <pc:sldMk cId="3375138932" sldId="263"/>
            <ac:spMk id="27" creationId="{63224FB8-B737-D457-16C7-5E3F5EA31015}"/>
          </ac:spMkLst>
        </pc:spChg>
        <pc:spChg chg="mod">
          <ac:chgData name="성욱 진" userId="f47a80d7871cb125" providerId="LiveId" clId="{FDCBA572-350E-4C39-BF59-3626AC33FF79}" dt="2026-03-19T06:11:10.769" v="12" actId="1076"/>
          <ac:spMkLst>
            <pc:docMk/>
            <pc:sldMk cId="3375138932" sldId="263"/>
            <ac:spMk id="28" creationId="{AA880690-1BC0-75FB-D97C-DC20EAD83AB4}"/>
          </ac:spMkLst>
        </pc:spChg>
        <pc:spChg chg="mod">
          <ac:chgData name="성욱 진" userId="f47a80d7871cb125" providerId="LiveId" clId="{FDCBA572-350E-4C39-BF59-3626AC33FF79}" dt="2026-03-19T06:11:21.834" v="14" actId="1076"/>
          <ac:spMkLst>
            <pc:docMk/>
            <pc:sldMk cId="3375138932" sldId="263"/>
            <ac:spMk id="36" creationId="{41FC2CE6-0C48-AA3D-4ACC-D73CC76E3FEB}"/>
          </ac:spMkLst>
        </pc:spChg>
        <pc:spChg chg="mod">
          <ac:chgData name="성욱 진" userId="f47a80d7871cb125" providerId="LiveId" clId="{FDCBA572-350E-4C39-BF59-3626AC33FF79}" dt="2026-03-19T06:10:58.659" v="11" actId="1076"/>
          <ac:spMkLst>
            <pc:docMk/>
            <pc:sldMk cId="3375138932" sldId="263"/>
            <ac:spMk id="39" creationId="{520B2A62-ABC5-C062-1DE5-7021749E2F18}"/>
          </ac:spMkLst>
        </pc:spChg>
      </pc:sldChg>
      <pc:sldChg chg="del mod modShow">
        <pc:chgData name="성욱 진" userId="f47a80d7871cb125" providerId="LiveId" clId="{FDCBA572-350E-4C39-BF59-3626AC33FF79}" dt="2026-03-19T05:56:01.480" v="7" actId="47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2" y="3429000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5BCAF62-D4BF-460D-8135-96EB901E9318}"/>
              </a:ext>
            </a:extLst>
          </p:cNvPr>
          <p:cNvSpPr txBox="1">
            <a:spLocks/>
          </p:cNvSpPr>
          <p:nvPr/>
        </p:nvSpPr>
        <p:spPr>
          <a:xfrm>
            <a:off x="4205142" y="4890134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생성형 </a:t>
            </a:r>
            <a:r>
              <a:rPr lang="en-US" altLang="ko-KR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AI </a:t>
            </a:r>
            <a:r>
              <a:rPr lang="ko-KR" altLang="en-US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개발자 양성과정 </a:t>
            </a:r>
            <a:r>
              <a:rPr lang="en-US" altLang="ko-KR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| </a:t>
            </a:r>
            <a:r>
              <a:rPr lang="ko-KR" altLang="en-US" sz="16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진성욱</a:t>
            </a:r>
            <a:endParaRPr lang="ko-KR" altLang="en-US" sz="1600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 보건 취약 유형 분석 및 정책 지원 시스템 개발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9EBE895-42F4-09C4-9D7A-062FBA1DE154}"/>
              </a:ext>
            </a:extLst>
          </p:cNvPr>
          <p:cNvSpPr txBox="1">
            <a:spLocks/>
          </p:cNvSpPr>
          <p:nvPr/>
        </p:nvSpPr>
        <p:spPr>
          <a:xfrm>
            <a:off x="4205142" y="4476203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600" b="1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2026.03.19</a:t>
            </a:r>
            <a:endParaRPr lang="ko-KR" altLang="en-US" sz="1600" b="1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9935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5658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결합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1834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09769" y="411763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0B2A62-ABC5-C062-1DE5-7021749E2F18}"/>
              </a:ext>
            </a:extLst>
          </p:cNvPr>
          <p:cNvSpPr txBox="1"/>
          <p:nvPr/>
        </p:nvSpPr>
        <p:spPr>
          <a:xfrm>
            <a:off x="7391982" y="3219560"/>
            <a:ext cx="4731659" cy="961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자치구별</a:t>
            </a:r>
            <a:r>
              <a:rPr lang="ko-KR" altLang="en-US" sz="2000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 </a:t>
            </a:r>
            <a:r>
              <a:rPr lang="ko-KR" altLang="en-US" sz="2000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보건 취약 유형을 도출</a:t>
            </a:r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하고</a:t>
            </a:r>
            <a:r>
              <a:rPr lang="en-US" altLang="ko-KR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정책 의사결정을 지원</a:t>
            </a:r>
            <a:r>
              <a:rPr lang="ko-KR" altLang="en-US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하는 시스템을 </a:t>
            </a:r>
            <a:r>
              <a:rPr lang="ko-KR" altLang="en-US" sz="2000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개발</a:t>
            </a:r>
            <a:endParaRPr lang="ko-KR" altLang="en-US" dirty="0">
              <a:solidFill>
                <a:srgbClr val="0070C0"/>
              </a:solidFill>
              <a:latin typeface="a시월구일4" panose="02020600000000000000" pitchFamily="18" charset="-127"/>
              <a:ea typeface="a시월구일4" panose="02020600000000000000" pitchFamily="18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EA68E1C-9E6C-C8E2-FDDA-E5A564AFECB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503141" y="3012257"/>
            <a:ext cx="4336782" cy="1643401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7295F48A-07CA-1DD8-058D-31359C4008DD}"/>
              </a:ext>
            </a:extLst>
          </p:cNvPr>
          <p:cNvGrpSpPr/>
          <p:nvPr/>
        </p:nvGrpSpPr>
        <p:grpSpPr>
          <a:xfrm>
            <a:off x="227984" y="1300025"/>
            <a:ext cx="6321157" cy="1371582"/>
            <a:chOff x="137242" y="1222829"/>
            <a:chExt cx="6321157" cy="1371582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137242" y="1411495"/>
              <a:ext cx="6321157" cy="11829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3224FB8-B737-D457-16C7-5E3F5EA31015}"/>
                </a:ext>
              </a:extLst>
            </p:cNvPr>
            <p:cNvSpPr txBox="1"/>
            <p:nvPr/>
          </p:nvSpPr>
          <p:spPr>
            <a:xfrm>
              <a:off x="259635" y="1714024"/>
              <a:ext cx="5841145" cy="5332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5725" indent="-85725" latinLnBrk="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kumimoji="1" lang="en-US" altLang="ko-KR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K-Means 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군집화를 적용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하여 자치구별 보건 취약 유형을 분류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85725" indent="-85725" latinLnBrk="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군집별 주요 변수 평균값을 비교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하여 각 유형의 특징을 해석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7A43165-4AC0-1264-B7B0-456BDA4F308F}"/>
                </a:ext>
              </a:extLst>
            </p:cNvPr>
            <p:cNvSpPr/>
            <p:nvPr/>
          </p:nvSpPr>
          <p:spPr>
            <a:xfrm>
              <a:off x="137243" y="1222829"/>
              <a:ext cx="1643400" cy="377331"/>
            </a:xfrm>
            <a:prstGeom prst="roundRect">
              <a:avLst>
                <a:gd name="adj" fmla="val 165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 Model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B13B8AA-D53F-3B2A-6E36-1334BD0756FC}"/>
              </a:ext>
            </a:extLst>
          </p:cNvPr>
          <p:cNvGrpSpPr/>
          <p:nvPr/>
        </p:nvGrpSpPr>
        <p:grpSpPr>
          <a:xfrm>
            <a:off x="227984" y="2841042"/>
            <a:ext cx="6443549" cy="1422441"/>
            <a:chOff x="137242" y="2859223"/>
            <a:chExt cx="6443549" cy="1422441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26C86896-F921-C8BF-AF42-56188E4468A0}"/>
                </a:ext>
              </a:extLst>
            </p:cNvPr>
            <p:cNvSpPr/>
            <p:nvPr/>
          </p:nvSpPr>
          <p:spPr>
            <a:xfrm>
              <a:off x="137242" y="3098748"/>
              <a:ext cx="6321157" cy="11829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EAEB14B-B945-8535-1500-54E5E9827A23}"/>
                </a:ext>
              </a:extLst>
            </p:cNvPr>
            <p:cNvSpPr/>
            <p:nvPr/>
          </p:nvSpPr>
          <p:spPr>
            <a:xfrm>
              <a:off x="137243" y="2859223"/>
              <a:ext cx="1643400" cy="377331"/>
            </a:xfrm>
            <a:prstGeom prst="roundRect">
              <a:avLst>
                <a:gd name="adj" fmla="val 165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A880690-1BC0-75FB-D97C-DC20EAD83AB4}"/>
                </a:ext>
              </a:extLst>
            </p:cNvPr>
            <p:cNvSpPr txBox="1"/>
            <p:nvPr/>
          </p:nvSpPr>
          <p:spPr>
            <a:xfrm>
              <a:off x="259635" y="3385892"/>
              <a:ext cx="6321156" cy="6086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보건 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취약 유형 및 위험도를 직관적으로 확인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할 수 있는 시각화 제공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지역별 상세 분석 및 유형별 특성 정보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를 사용자가 쉽게 탐색할 수 있는 </a:t>
              </a:r>
              <a:r>
                <a:rPr kumimoji="1" lang="en-US" altLang="ko-KR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UI 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구성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633CE7A-B7E1-8551-30E0-3E51F6EE17A5}"/>
              </a:ext>
            </a:extLst>
          </p:cNvPr>
          <p:cNvGrpSpPr/>
          <p:nvPr/>
        </p:nvGrpSpPr>
        <p:grpSpPr>
          <a:xfrm>
            <a:off x="227984" y="4630766"/>
            <a:ext cx="6443550" cy="1371582"/>
            <a:chOff x="137242" y="4728398"/>
            <a:chExt cx="6443550" cy="1371582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F39ADD6-B53C-92EB-752D-7252146F63ED}"/>
                </a:ext>
              </a:extLst>
            </p:cNvPr>
            <p:cNvSpPr/>
            <p:nvPr/>
          </p:nvSpPr>
          <p:spPr>
            <a:xfrm>
              <a:off x="137242" y="4917064"/>
              <a:ext cx="6321157" cy="11829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6DB9FE3-1C9C-DCCB-88F9-E27ED60C28D6}"/>
                </a:ext>
              </a:extLst>
            </p:cNvPr>
            <p:cNvSpPr/>
            <p:nvPr/>
          </p:nvSpPr>
          <p:spPr>
            <a:xfrm>
              <a:off x="137243" y="4728398"/>
              <a:ext cx="1643400" cy="377331"/>
            </a:xfrm>
            <a:prstGeom prst="roundRect">
              <a:avLst>
                <a:gd name="adj" fmla="val 165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Service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92E3DE-9EFD-8C27-6FB7-FFA999B81E34}"/>
                </a:ext>
              </a:extLst>
            </p:cNvPr>
            <p:cNvSpPr txBox="1"/>
            <p:nvPr/>
          </p:nvSpPr>
          <p:spPr>
            <a:xfrm>
              <a:off x="259635" y="5248149"/>
              <a:ext cx="6321157" cy="6086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결과를 기반으로  자치구별 보건 정책 의사결정을 지원하는 시스템 구현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지역 특성에 따른 맞춤형 정책 방향 제공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7126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1465</TotalTime>
  <Words>187</Words>
  <Application>Microsoft Office PowerPoint</Application>
  <PresentationFormat>와이드스크린</PresentationFormat>
  <Paragraphs>31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a시월구일1</vt:lpstr>
      <vt:lpstr>a시월구일3</vt:lpstr>
      <vt:lpstr>a시월구일4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38</cp:revision>
  <dcterms:created xsi:type="dcterms:W3CDTF">2026-03-15T03:06:37Z</dcterms:created>
  <dcterms:modified xsi:type="dcterms:W3CDTF">2026-03-24T05:44:28Z</dcterms:modified>
</cp:coreProperties>
</file>