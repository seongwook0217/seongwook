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E0E0E0"/>
    <a:srgbClr val="F5F5F5"/>
    <a:srgbClr val="F9FBFC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D7AA0-6663-4589-A181-1E7AD177210B}" v="14" dt="2026-03-16T00:30:39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04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91" y="274"/>
      </p:cViewPr>
      <p:guideLst>
        <p:guide orient="horz" pos="2160"/>
        <p:guide pos="3863"/>
        <p:guide orient="horz" pos="6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욱 진" userId="f47a80d7871cb125" providerId="LiveId" clId="{F67979CA-7D8E-46A2-8257-041C27E451E9}"/>
    <pc:docChg chg="undo redo custSel addSld modSld modMainMaster">
      <pc:chgData name="성욱 진" userId="f47a80d7871cb125" providerId="LiveId" clId="{F67979CA-7D8E-46A2-8257-041C27E451E9}" dt="2026-03-15T13:17:11.452" v="5364" actId="1076"/>
      <pc:docMkLst>
        <pc:docMk/>
      </pc:docMkLst>
      <pc:sldChg chg="addSp modSp mod">
        <pc:chgData name="성욱 진" userId="f47a80d7871cb125" providerId="LiveId" clId="{F67979CA-7D8E-46A2-8257-041C27E451E9}" dt="2026-03-15T07:59:13.414" v="2739" actId="1076"/>
        <pc:sldMkLst>
          <pc:docMk/>
          <pc:sldMk cId="687017097" sldId="256"/>
        </pc:sldMkLst>
        <pc:spChg chg="mod">
          <ac:chgData name="성욱 진" userId="f47a80d7871cb125" providerId="LiveId" clId="{F67979CA-7D8E-46A2-8257-041C27E451E9}" dt="2026-03-15T07:59:13.414" v="2739" actId="1076"/>
          <ac:spMkLst>
            <pc:docMk/>
            <pc:sldMk cId="687017097" sldId="256"/>
            <ac:spMk id="4" creationId="{A56EAB5D-4F9B-44D3-A8F0-CE786E258A94}"/>
          </ac:spMkLst>
        </pc:spChg>
        <pc:spChg chg="mod">
          <ac:chgData name="성욱 진" userId="f47a80d7871cb125" providerId="LiveId" clId="{F67979CA-7D8E-46A2-8257-041C27E451E9}" dt="2026-03-15T07:59:13.414" v="2739" actId="1076"/>
          <ac:spMkLst>
            <pc:docMk/>
            <pc:sldMk cId="687017097" sldId="256"/>
            <ac:spMk id="9" creationId="{615DEF0C-95EF-467E-B7EF-6245093BD5CB}"/>
          </ac:spMkLst>
        </pc:spChg>
        <pc:spChg chg="mod">
          <ac:chgData name="성욱 진" userId="f47a80d7871cb125" providerId="LiveId" clId="{F67979CA-7D8E-46A2-8257-041C27E451E9}" dt="2026-03-15T07:59:08.295" v="2737" actId="164"/>
          <ac:spMkLst>
            <pc:docMk/>
            <pc:sldMk cId="687017097" sldId="256"/>
            <ac:spMk id="10" creationId="{5963AA9B-179B-4820-BEDE-45A0E81B1DD5}"/>
          </ac:spMkLst>
        </pc:spChg>
        <pc:spChg chg="mod">
          <ac:chgData name="성욱 진" userId="f47a80d7871cb125" providerId="LiveId" clId="{F67979CA-7D8E-46A2-8257-041C27E451E9}" dt="2026-03-15T07:59:08.295" v="2737" actId="164"/>
          <ac:spMkLst>
            <pc:docMk/>
            <pc:sldMk cId="687017097" sldId="256"/>
            <ac:spMk id="12" creationId="{558FE02F-E547-4FCD-AD02-0B8DB31EDA64}"/>
          </ac:spMkLst>
        </pc:spChg>
        <pc:spChg chg="mod">
          <ac:chgData name="성욱 진" userId="f47a80d7871cb125" providerId="LiveId" clId="{F67979CA-7D8E-46A2-8257-041C27E451E9}" dt="2026-03-15T07:59:08.295" v="2737" actId="164"/>
          <ac:spMkLst>
            <pc:docMk/>
            <pc:sldMk cId="687017097" sldId="256"/>
            <ac:spMk id="13" creationId="{6DCD28C2-F01E-47E4-9A35-385BE5944A69}"/>
          </ac:spMkLst>
        </pc:spChg>
        <pc:spChg chg="mod">
          <ac:chgData name="성욱 진" userId="f47a80d7871cb125" providerId="LiveId" clId="{F67979CA-7D8E-46A2-8257-041C27E451E9}" dt="2026-03-15T07:59:08.295" v="2737" actId="164"/>
          <ac:spMkLst>
            <pc:docMk/>
            <pc:sldMk cId="687017097" sldId="256"/>
            <ac:spMk id="14" creationId="{05BCAF62-D4BF-460D-8135-96EB901E9318}"/>
          </ac:spMkLst>
        </pc:spChg>
        <pc:grpChg chg="add mod">
          <ac:chgData name="성욱 진" userId="f47a80d7871cb125" providerId="LiveId" clId="{F67979CA-7D8E-46A2-8257-041C27E451E9}" dt="2026-03-15T07:59:10.430" v="2738" actId="1076"/>
          <ac:grpSpMkLst>
            <pc:docMk/>
            <pc:sldMk cId="687017097" sldId="256"/>
            <ac:grpSpMk id="15" creationId="{7ED67502-7674-4AEC-9490-BE720DDDB019}"/>
          </ac:grpSpMkLst>
        </pc:grpChg>
      </pc:sldChg>
      <pc:sldChg chg="addSp modSp mod modClrScheme chgLayout">
        <pc:chgData name="성욱 진" userId="f47a80d7871cb125" providerId="LiveId" clId="{F67979CA-7D8E-46A2-8257-041C27E451E9}" dt="2026-03-15T09:49:34.155" v="2839" actId="700"/>
        <pc:sldMkLst>
          <pc:docMk/>
          <pc:sldMk cId="368021184" sldId="257"/>
        </pc:sldMkLst>
        <pc:spChg chg="add mod ord">
          <ac:chgData name="성욱 진" userId="f47a80d7871cb125" providerId="LiveId" clId="{F67979CA-7D8E-46A2-8257-041C27E451E9}" dt="2026-03-15T06:34:39.205" v="66" actId="207"/>
          <ac:spMkLst>
            <pc:docMk/>
            <pc:sldMk cId="368021184" sldId="257"/>
            <ac:spMk id="124" creationId="{0FE417CE-0DF4-49BF-8FD7-CA463F91BA6D}"/>
          </ac:spMkLst>
        </pc:spChg>
        <pc:grpChg chg="mod">
          <ac:chgData name="성욱 진" userId="f47a80d7871cb125" providerId="LiveId" clId="{F67979CA-7D8E-46A2-8257-041C27E451E9}" dt="2026-03-15T06:34:30.023" v="65" actId="1076"/>
          <ac:grpSpMkLst>
            <pc:docMk/>
            <pc:sldMk cId="368021184" sldId="257"/>
            <ac:grpSpMk id="119" creationId="{ECFFF474-CAFE-44CC-97DF-FCAE8215A041}"/>
          </ac:grpSpMkLst>
        </pc:grpChg>
      </pc:sldChg>
      <pc:sldChg chg="addSp delSp modSp mod modClrScheme chgLayout">
        <pc:chgData name="성욱 진" userId="f47a80d7871cb125" providerId="LiveId" clId="{F67979CA-7D8E-46A2-8257-041C27E451E9}" dt="2026-03-15T12:39:16.786" v="4778" actId="14100"/>
        <pc:sldMkLst>
          <pc:docMk/>
          <pc:sldMk cId="3903855223" sldId="258"/>
        </pc:sldMkLst>
        <pc:spChg chg="mod">
          <ac:chgData name="성욱 진" userId="f47a80d7871cb125" providerId="LiveId" clId="{F67979CA-7D8E-46A2-8257-041C27E451E9}" dt="2026-03-15T06:28:06.069" v="17" actId="20577"/>
          <ac:spMkLst>
            <pc:docMk/>
            <pc:sldMk cId="3903855223" sldId="258"/>
            <ac:spMk id="50" creationId="{B9D35CDA-9D89-4B64-A01C-27CC8B2636B3}"/>
          </ac:spMkLst>
        </pc:spChg>
        <pc:spChg chg="mod">
          <ac:chgData name="성욱 진" userId="f47a80d7871cb125" providerId="LiveId" clId="{F67979CA-7D8E-46A2-8257-041C27E451E9}" dt="2026-03-15T06:30:19.771" v="47" actId="20577"/>
          <ac:spMkLst>
            <pc:docMk/>
            <pc:sldMk cId="3903855223" sldId="258"/>
            <ac:spMk id="66" creationId="{BA2B17C9-4FEC-45BC-BCA4-0AEE38C6E109}"/>
          </ac:spMkLst>
        </pc:spChg>
        <pc:spChg chg="mod topLvl">
          <ac:chgData name="성욱 진" userId="f47a80d7871cb125" providerId="LiveId" clId="{F67979CA-7D8E-46A2-8257-041C27E451E9}" dt="2026-03-15T11:56:23.497" v="4217" actId="165"/>
          <ac:spMkLst>
            <pc:docMk/>
            <pc:sldMk cId="3903855223" sldId="258"/>
            <ac:spMk id="76" creationId="{19B8BD2F-7C82-4FE3-B893-AF2D5D86454C}"/>
          </ac:spMkLst>
        </pc:spChg>
        <pc:spChg chg="mod">
          <ac:chgData name="성욱 진" userId="f47a80d7871cb125" providerId="LiveId" clId="{F67979CA-7D8E-46A2-8257-041C27E451E9}" dt="2026-03-15T11:56:23.497" v="4217" actId="165"/>
          <ac:spMkLst>
            <pc:docMk/>
            <pc:sldMk cId="3903855223" sldId="258"/>
            <ac:spMk id="77" creationId="{6E4C09AF-E665-417E-A3B7-F14C611DCCFB}"/>
          </ac:spMkLst>
        </pc:spChg>
        <pc:spChg chg="mod">
          <ac:chgData name="성욱 진" userId="f47a80d7871cb125" providerId="LiveId" clId="{F67979CA-7D8E-46A2-8257-041C27E451E9}" dt="2026-03-15T11:56:23.497" v="4217" actId="165"/>
          <ac:spMkLst>
            <pc:docMk/>
            <pc:sldMk cId="3903855223" sldId="258"/>
            <ac:spMk id="83" creationId="{A280F126-BCC9-4BC9-9B4E-7397C728EFCF}"/>
          </ac:spMkLst>
        </pc:spChg>
        <pc:spChg chg="mod ord topLvl">
          <ac:chgData name="성욱 진" userId="f47a80d7871cb125" providerId="LiveId" clId="{F67979CA-7D8E-46A2-8257-041C27E451E9}" dt="2026-03-15T11:56:58.782" v="4228" actId="12788"/>
          <ac:spMkLst>
            <pc:docMk/>
            <pc:sldMk cId="3903855223" sldId="258"/>
            <ac:spMk id="86" creationId="{E7753473-0949-41E4-A8CC-DA3B73740093}"/>
          </ac:spMkLst>
        </pc:spChg>
        <pc:spChg chg="mod topLvl">
          <ac:chgData name="성욱 진" userId="f47a80d7871cb125" providerId="LiveId" clId="{F67979CA-7D8E-46A2-8257-041C27E451E9}" dt="2026-03-15T11:57:05.740" v="4229" actId="1076"/>
          <ac:spMkLst>
            <pc:docMk/>
            <pc:sldMk cId="3903855223" sldId="258"/>
            <ac:spMk id="90" creationId="{3C57A82F-85B1-4B9E-BF18-F33ECC55A006}"/>
          </ac:spMkLst>
        </pc:spChg>
        <pc:spChg chg="mod topLvl">
          <ac:chgData name="성욱 진" userId="f47a80d7871cb125" providerId="LiveId" clId="{F67979CA-7D8E-46A2-8257-041C27E451E9}" dt="2026-03-15T12:39:16.786" v="4778" actId="14100"/>
          <ac:spMkLst>
            <pc:docMk/>
            <pc:sldMk cId="3903855223" sldId="258"/>
            <ac:spMk id="91" creationId="{C1707368-BC4C-4C16-B7AE-2368BB5115DA}"/>
          </ac:spMkLst>
        </pc:spChg>
        <pc:grpChg chg="mod topLvl">
          <ac:chgData name="성욱 진" userId="f47a80d7871cb125" providerId="LiveId" clId="{F67979CA-7D8E-46A2-8257-041C27E451E9}" dt="2026-03-15T11:56:23.497" v="4217" actId="165"/>
          <ac:grpSpMkLst>
            <pc:docMk/>
            <pc:sldMk cId="3903855223" sldId="258"/>
            <ac:grpSpMk id="84" creationId="{2389B983-B37C-45A2-8A97-C18BD59675BD}"/>
          </ac:grpSpMkLst>
        </pc:grpChg>
        <pc:grpChg chg="del mod">
          <ac:chgData name="성욱 진" userId="f47a80d7871cb125" providerId="LiveId" clId="{F67979CA-7D8E-46A2-8257-041C27E451E9}" dt="2026-03-15T06:28:51.619" v="34" actId="165"/>
          <ac:grpSpMkLst>
            <pc:docMk/>
            <pc:sldMk cId="3903855223" sldId="258"/>
            <ac:grpSpMk id="92" creationId="{60BD1224-3F8C-4D25-9414-C3B1715550D2}"/>
          </ac:grpSpMkLst>
        </pc:grpChg>
        <pc:grpChg chg="add mod">
          <ac:chgData name="성욱 진" userId="f47a80d7871cb125" providerId="LiveId" clId="{F67979CA-7D8E-46A2-8257-041C27E451E9}" dt="2026-03-15T06:28:58.511" v="37" actId="164"/>
          <ac:grpSpMkLst>
            <pc:docMk/>
            <pc:sldMk cId="3903855223" sldId="258"/>
            <ac:grpSpMk id="93" creationId="{A811668B-F0DA-4B01-9D08-2D59C2581749}"/>
          </ac:grpSpMkLst>
        </pc:grpChg>
        <pc:grpChg chg="add del mod">
          <ac:chgData name="성욱 진" userId="f47a80d7871cb125" providerId="LiveId" clId="{F67979CA-7D8E-46A2-8257-041C27E451E9}" dt="2026-03-15T11:56:23.497" v="4217" actId="165"/>
          <ac:grpSpMkLst>
            <pc:docMk/>
            <pc:sldMk cId="3903855223" sldId="258"/>
            <ac:grpSpMk id="94" creationId="{A746997C-BE67-43E0-9E4E-13EE5C1A4D0D}"/>
          </ac:grpSpMkLst>
        </pc:grpChg>
        <pc:picChg chg="mod">
          <ac:chgData name="성욱 진" userId="f47a80d7871cb125" providerId="LiveId" clId="{F67979CA-7D8E-46A2-8257-041C27E451E9}" dt="2026-03-15T11:56:23.497" v="4217" actId="165"/>
          <ac:picMkLst>
            <pc:docMk/>
            <pc:sldMk cId="3903855223" sldId="258"/>
            <ac:picMk id="79" creationId="{4BA449D3-07E1-48B6-89FA-7087B6B2E37B}"/>
          </ac:picMkLst>
        </pc:picChg>
      </pc:sldChg>
      <pc:sldChg chg="addSp delSp modSp new mod modClrScheme chgLayout">
        <pc:chgData name="성욱 진" userId="f47a80d7871cb125" providerId="LiveId" clId="{F67979CA-7D8E-46A2-8257-041C27E451E9}" dt="2026-03-15T11:57:51.757" v="4236" actId="164"/>
        <pc:sldMkLst>
          <pc:docMk/>
          <pc:sldMk cId="3465954449" sldId="259"/>
        </pc:sldMkLst>
        <pc:spChg chg="add mod">
          <ac:chgData name="성욱 진" userId="f47a80d7871cb125" providerId="LiveId" clId="{F67979CA-7D8E-46A2-8257-041C27E451E9}" dt="2026-03-15T06:37:51.963" v="106" actId="1076"/>
          <ac:spMkLst>
            <pc:docMk/>
            <pc:sldMk cId="3465954449" sldId="259"/>
            <ac:spMk id="2" creationId="{A6BCF42A-5D3D-430E-9B22-2ACBE01B1E68}"/>
          </ac:spMkLst>
        </pc:spChg>
        <pc:spChg chg="add mod">
          <ac:chgData name="성욱 진" userId="f47a80d7871cb125" providerId="LiveId" clId="{F67979CA-7D8E-46A2-8257-041C27E451E9}" dt="2026-03-15T06:35:47.369" v="90" actId="20577"/>
          <ac:spMkLst>
            <pc:docMk/>
            <pc:sldMk cId="3465954449" sldId="259"/>
            <ac:spMk id="3" creationId="{FCDD6985-9C37-4209-A515-1100809CCEDF}"/>
          </ac:spMkLst>
        </pc:spChg>
        <pc:spChg chg="add mod">
          <ac:chgData name="성욱 진" userId="f47a80d7871cb125" providerId="LiveId" clId="{F67979CA-7D8E-46A2-8257-041C27E451E9}" dt="2026-03-15T06:37:16.860" v="94" actId="14100"/>
          <ac:spMkLst>
            <pc:docMk/>
            <pc:sldMk cId="3465954449" sldId="259"/>
            <ac:spMk id="4" creationId="{9E010143-7503-4FCC-BFB4-591845D152FE}"/>
          </ac:spMkLst>
        </pc:spChg>
        <pc:spChg chg="add mod">
          <ac:chgData name="성욱 진" userId="f47a80d7871cb125" providerId="LiveId" clId="{F67979CA-7D8E-46A2-8257-041C27E451E9}" dt="2026-03-15T06:37:53.932" v="107" actId="1076"/>
          <ac:spMkLst>
            <pc:docMk/>
            <pc:sldMk cId="3465954449" sldId="259"/>
            <ac:spMk id="7" creationId="{4E977754-AE68-42AF-AA2B-8B103AC0B3F2}"/>
          </ac:spMkLst>
        </pc:spChg>
        <pc:spChg chg="add mod">
          <ac:chgData name="성욱 진" userId="f47a80d7871cb125" providerId="LiveId" clId="{F67979CA-7D8E-46A2-8257-041C27E451E9}" dt="2026-03-15T07:10:41.176" v="1229" actId="1076"/>
          <ac:spMkLst>
            <pc:docMk/>
            <pc:sldMk cId="3465954449" sldId="259"/>
            <ac:spMk id="8" creationId="{B0AD65E2-9534-447E-AEE6-E82413DA88D3}"/>
          </ac:spMkLst>
        </pc:spChg>
        <pc:spChg chg="add mod">
          <ac:chgData name="성욱 진" userId="f47a80d7871cb125" providerId="LiveId" clId="{F67979CA-7D8E-46A2-8257-041C27E451E9}" dt="2026-03-15T06:37:53.932" v="107" actId="1076"/>
          <ac:spMkLst>
            <pc:docMk/>
            <pc:sldMk cId="3465954449" sldId="259"/>
            <ac:spMk id="9" creationId="{88D4919F-17FF-41FF-9E64-B531EB81D160}"/>
          </ac:spMkLst>
        </pc:spChg>
        <pc:spChg chg="add mod ord">
          <ac:chgData name="성욱 진" userId="f47a80d7871cb125" providerId="LiveId" clId="{F67979CA-7D8E-46A2-8257-041C27E451E9}" dt="2026-03-15T11:57:32.516" v="4232" actId="14100"/>
          <ac:spMkLst>
            <pc:docMk/>
            <pc:sldMk cId="3465954449" sldId="259"/>
            <ac:spMk id="10" creationId="{C5D63EA5-D90D-49D9-80A0-5B3795463AB2}"/>
          </ac:spMkLst>
        </pc:spChg>
        <pc:spChg chg="add mod">
          <ac:chgData name="성욱 진" userId="f47a80d7871cb125" providerId="LiveId" clId="{F67979CA-7D8E-46A2-8257-041C27E451E9}" dt="2026-03-15T11:57:46.483" v="4233" actId="164"/>
          <ac:spMkLst>
            <pc:docMk/>
            <pc:sldMk cId="3465954449" sldId="259"/>
            <ac:spMk id="11" creationId="{279AE191-197F-45DF-822C-C6542056405F}"/>
          </ac:spMkLst>
        </pc:spChg>
        <pc:spChg chg="add mod">
          <ac:chgData name="성욱 진" userId="f47a80d7871cb125" providerId="LiveId" clId="{F67979CA-7D8E-46A2-8257-041C27E451E9}" dt="2026-03-15T11:57:46.483" v="4233" actId="164"/>
          <ac:spMkLst>
            <pc:docMk/>
            <pc:sldMk cId="3465954449" sldId="259"/>
            <ac:spMk id="12" creationId="{B2ADAE0E-BB84-40E6-B781-46F021EF9CF3}"/>
          </ac:spMkLst>
        </pc:spChg>
        <pc:spChg chg="add del mod">
          <ac:chgData name="성욱 진" userId="f47a80d7871cb125" providerId="LiveId" clId="{F67979CA-7D8E-46A2-8257-041C27E451E9}" dt="2026-03-15T06:41:15.934" v="440"/>
          <ac:spMkLst>
            <pc:docMk/>
            <pc:sldMk cId="3465954449" sldId="259"/>
            <ac:spMk id="13" creationId="{BBBB7CE5-AB91-438D-B607-4D118C1C6CE1}"/>
          </ac:spMkLst>
        </pc:spChg>
        <pc:spChg chg="add del mod">
          <ac:chgData name="성욱 진" userId="f47a80d7871cb125" providerId="LiveId" clId="{F67979CA-7D8E-46A2-8257-041C27E451E9}" dt="2026-03-15T06:41:15.934" v="440"/>
          <ac:spMkLst>
            <pc:docMk/>
            <pc:sldMk cId="3465954449" sldId="259"/>
            <ac:spMk id="14" creationId="{02B601B6-BAF5-4B6D-A416-0DDA35B51EFD}"/>
          </ac:spMkLst>
        </pc:spChg>
        <pc:spChg chg="add mod ord">
          <ac:chgData name="성욱 진" userId="f47a80d7871cb125" providerId="LiveId" clId="{F67979CA-7D8E-46A2-8257-041C27E451E9}" dt="2026-03-15T07:13:46.908" v="1428" actId="552"/>
          <ac:spMkLst>
            <pc:docMk/>
            <pc:sldMk cId="3465954449" sldId="259"/>
            <ac:spMk id="15" creationId="{E2AFB96C-3F6D-4288-97BC-7AA210CEE585}"/>
          </ac:spMkLst>
        </pc:spChg>
        <pc:spChg chg="add mod ord">
          <ac:chgData name="성욱 진" userId="f47a80d7871cb125" providerId="LiveId" clId="{F67979CA-7D8E-46A2-8257-041C27E451E9}" dt="2026-03-15T06:44:25.960" v="503" actId="14861"/>
          <ac:spMkLst>
            <pc:docMk/>
            <pc:sldMk cId="3465954449" sldId="259"/>
            <ac:spMk id="17" creationId="{152920D1-7076-4E02-946D-D4876961D29F}"/>
          </ac:spMkLst>
        </pc:spChg>
        <pc:spChg chg="add mod">
          <ac:chgData name="성욱 진" userId="f47a80d7871cb125" providerId="LiveId" clId="{F67979CA-7D8E-46A2-8257-041C27E451E9}" dt="2026-03-15T11:57:51.757" v="4236" actId="164"/>
          <ac:spMkLst>
            <pc:docMk/>
            <pc:sldMk cId="3465954449" sldId="259"/>
            <ac:spMk id="20" creationId="{E0E75913-EF54-43CD-A82A-7A09FB4FC44E}"/>
          </ac:spMkLst>
        </pc:spChg>
        <pc:spChg chg="add mod">
          <ac:chgData name="성욱 진" userId="f47a80d7871cb125" providerId="LiveId" clId="{F67979CA-7D8E-46A2-8257-041C27E451E9}" dt="2026-03-15T11:57:51.757" v="4236" actId="164"/>
          <ac:spMkLst>
            <pc:docMk/>
            <pc:sldMk cId="3465954449" sldId="259"/>
            <ac:spMk id="21" creationId="{393C1802-3CC7-45B3-A22F-FF5392670B5A}"/>
          </ac:spMkLst>
        </pc:spChg>
        <pc:spChg chg="mod topLvl">
          <ac:chgData name="성욱 진" userId="f47a80d7871cb125" providerId="LiveId" clId="{F67979CA-7D8E-46A2-8257-041C27E451E9}" dt="2026-03-15T06:54:43.816" v="863" actId="164"/>
          <ac:spMkLst>
            <pc:docMk/>
            <pc:sldMk cId="3465954449" sldId="259"/>
            <ac:spMk id="23" creationId="{8D49E4CE-F503-43D2-95EB-99A65CB4B512}"/>
          </ac:spMkLst>
        </pc:spChg>
        <pc:spChg chg="add mod">
          <ac:chgData name="성욱 진" userId="f47a80d7871cb125" providerId="LiveId" clId="{F67979CA-7D8E-46A2-8257-041C27E451E9}" dt="2026-03-15T07:13:53.901" v="1435" actId="1038"/>
          <ac:spMkLst>
            <pc:docMk/>
            <pc:sldMk cId="3465954449" sldId="259"/>
            <ac:spMk id="25" creationId="{B58905CD-2ADF-4F6C-AE36-376E22BD0750}"/>
          </ac:spMkLst>
        </pc:spChg>
        <pc:spChg chg="add mod">
          <ac:chgData name="성욱 진" userId="f47a80d7871cb125" providerId="LiveId" clId="{F67979CA-7D8E-46A2-8257-041C27E451E9}" dt="2026-03-15T07:13:46.908" v="1428" actId="552"/>
          <ac:spMkLst>
            <pc:docMk/>
            <pc:sldMk cId="3465954449" sldId="259"/>
            <ac:spMk id="26" creationId="{609FB4F3-2E42-4E97-AD3A-0D0899AAE9E9}"/>
          </ac:spMkLst>
        </pc:spChg>
        <pc:spChg chg="add mod">
          <ac:chgData name="성욱 진" userId="f47a80d7871cb125" providerId="LiveId" clId="{F67979CA-7D8E-46A2-8257-041C27E451E9}" dt="2026-03-15T07:13:53.901" v="1435" actId="1038"/>
          <ac:spMkLst>
            <pc:docMk/>
            <pc:sldMk cId="3465954449" sldId="259"/>
            <ac:spMk id="27" creationId="{741CD9BE-88B3-40B4-9C14-A197960A704C}"/>
          </ac:spMkLst>
        </pc:spChg>
        <pc:spChg chg="mod">
          <ac:chgData name="성욱 진" userId="f47a80d7871cb125" providerId="LiveId" clId="{F67979CA-7D8E-46A2-8257-041C27E451E9}" dt="2026-03-15T06:54:33.670" v="858" actId="571"/>
          <ac:spMkLst>
            <pc:docMk/>
            <pc:sldMk cId="3465954449" sldId="259"/>
            <ac:spMk id="31" creationId="{1BB935A2-A403-4756-9D59-46B36E77C659}"/>
          </ac:spMkLst>
        </pc:spChg>
        <pc:spChg chg="add mod">
          <ac:chgData name="성욱 진" userId="f47a80d7871cb125" providerId="LiveId" clId="{F67979CA-7D8E-46A2-8257-041C27E451E9}" dt="2026-03-15T11:57:48.476" v="4234" actId="164"/>
          <ac:spMkLst>
            <pc:docMk/>
            <pc:sldMk cId="3465954449" sldId="259"/>
            <ac:spMk id="34" creationId="{EFFEF975-EB77-4896-B138-60A538A95BA4}"/>
          </ac:spMkLst>
        </pc:spChg>
        <pc:spChg chg="add mod">
          <ac:chgData name="성욱 진" userId="f47a80d7871cb125" providerId="LiveId" clId="{F67979CA-7D8E-46A2-8257-041C27E451E9}" dt="2026-03-15T11:57:48.476" v="4234" actId="164"/>
          <ac:spMkLst>
            <pc:docMk/>
            <pc:sldMk cId="3465954449" sldId="259"/>
            <ac:spMk id="35" creationId="{7FB0CA21-E2C4-48D4-9A97-FECDFA1ADEF9}"/>
          </ac:spMkLst>
        </pc:spChg>
        <pc:spChg chg="mod topLvl">
          <ac:chgData name="성욱 진" userId="f47a80d7871cb125" providerId="LiveId" clId="{F67979CA-7D8E-46A2-8257-041C27E451E9}" dt="2026-03-15T07:10:01.148" v="1051" actId="164"/>
          <ac:spMkLst>
            <pc:docMk/>
            <pc:sldMk cId="3465954449" sldId="259"/>
            <ac:spMk id="37" creationId="{7CC49F83-C054-4764-8349-C1A0BDB04D2C}"/>
          </ac:spMkLst>
        </pc:spChg>
        <pc:spChg chg="add mod">
          <ac:chgData name="성욱 진" userId="f47a80d7871cb125" providerId="LiveId" clId="{F67979CA-7D8E-46A2-8257-041C27E451E9}" dt="2026-03-15T11:57:50.263" v="4235" actId="164"/>
          <ac:spMkLst>
            <pc:docMk/>
            <pc:sldMk cId="3465954449" sldId="259"/>
            <ac:spMk id="41" creationId="{D46C7C05-6A80-4A32-B0CE-22D00A24B532}"/>
          </ac:spMkLst>
        </pc:spChg>
        <pc:spChg chg="add mod">
          <ac:chgData name="성욱 진" userId="f47a80d7871cb125" providerId="LiveId" clId="{F67979CA-7D8E-46A2-8257-041C27E451E9}" dt="2026-03-15T11:57:50.263" v="4235" actId="164"/>
          <ac:spMkLst>
            <pc:docMk/>
            <pc:sldMk cId="3465954449" sldId="259"/>
            <ac:spMk id="42" creationId="{898971F1-7D78-4031-87A2-7D8E0F4F8AF9}"/>
          </ac:spMkLst>
        </pc:spChg>
        <pc:spChg chg="mod">
          <ac:chgData name="성욱 진" userId="f47a80d7871cb125" providerId="LiveId" clId="{F67979CA-7D8E-46A2-8257-041C27E451E9}" dt="2026-03-15T07:10:31.486" v="1226" actId="571"/>
          <ac:spMkLst>
            <pc:docMk/>
            <pc:sldMk cId="3465954449" sldId="259"/>
            <ac:spMk id="44" creationId="{AD060C7D-B99A-4FDE-95D4-5F6BA7F3AA9C}"/>
          </ac:spMkLst>
        </pc:spChg>
        <pc:spChg chg="add mod">
          <ac:chgData name="성욱 진" userId="f47a80d7871cb125" providerId="LiveId" clId="{F67979CA-7D8E-46A2-8257-041C27E451E9}" dt="2026-03-15T07:11:46.376" v="1416" actId="571"/>
          <ac:spMkLst>
            <pc:docMk/>
            <pc:sldMk cId="3465954449" sldId="259"/>
            <ac:spMk id="46" creationId="{63198C63-F9A9-4F45-B880-5C7751BD6FA4}"/>
          </ac:spMkLst>
        </pc:spChg>
        <pc:grpChg chg="add mod">
          <ac:chgData name="성욱 진" userId="f47a80d7871cb125" providerId="LiveId" clId="{F67979CA-7D8E-46A2-8257-041C27E451E9}" dt="2026-03-15T11:57:46.483" v="4233" actId="164"/>
          <ac:grpSpMkLst>
            <pc:docMk/>
            <pc:sldMk cId="3465954449" sldId="259"/>
            <ac:grpSpMk id="18" creationId="{07E559BD-DA94-480E-8E11-B557D8196427}"/>
          </ac:grpSpMkLst>
        </pc:grpChg>
        <pc:grpChg chg="add del mod">
          <ac:chgData name="성욱 진" userId="f47a80d7871cb125" providerId="LiveId" clId="{F67979CA-7D8E-46A2-8257-041C27E451E9}" dt="2026-03-15T06:47:31.786" v="525" actId="478"/>
          <ac:grpSpMkLst>
            <pc:docMk/>
            <pc:sldMk cId="3465954449" sldId="259"/>
            <ac:grpSpMk id="22" creationId="{A21B4D37-9457-44E8-83B3-80E143E16F34}"/>
          </ac:grpSpMkLst>
        </pc:grpChg>
        <pc:grpChg chg="add del mod">
          <ac:chgData name="성욱 진" userId="f47a80d7871cb125" providerId="LiveId" clId="{F67979CA-7D8E-46A2-8257-041C27E451E9}" dt="2026-03-15T06:54:35.582" v="859" actId="478"/>
          <ac:grpSpMkLst>
            <pc:docMk/>
            <pc:sldMk cId="3465954449" sldId="259"/>
            <ac:grpSpMk id="28" creationId="{2DD0A55F-3F43-456B-923A-010C193277BB}"/>
          </ac:grpSpMkLst>
        </pc:grpChg>
        <pc:grpChg chg="add mod">
          <ac:chgData name="성욱 진" userId="f47a80d7871cb125" providerId="LiveId" clId="{F67979CA-7D8E-46A2-8257-041C27E451E9}" dt="2026-03-15T11:57:51.757" v="4236" actId="164"/>
          <ac:grpSpMkLst>
            <pc:docMk/>
            <pc:sldMk cId="3465954449" sldId="259"/>
            <ac:grpSpMk id="30" creationId="{482C36FE-5E18-4BC1-ADD9-F6935D152C6B}"/>
          </ac:grpSpMkLst>
        </pc:grpChg>
        <pc:grpChg chg="add del mod">
          <ac:chgData name="성욱 진" userId="f47a80d7871cb125" providerId="LiveId" clId="{F67979CA-7D8E-46A2-8257-041C27E451E9}" dt="2026-03-15T07:07:54.100" v="874" actId="478"/>
          <ac:grpSpMkLst>
            <pc:docMk/>
            <pc:sldMk cId="3465954449" sldId="259"/>
            <ac:grpSpMk id="33" creationId="{664EC9AD-F1F8-42D6-8082-48BF142999A5}"/>
          </ac:grpSpMkLst>
        </pc:grpChg>
        <pc:grpChg chg="add del mod">
          <ac:chgData name="성욱 진" userId="f47a80d7871cb125" providerId="LiveId" clId="{F67979CA-7D8E-46A2-8257-041C27E451E9}" dt="2026-03-15T07:09:50.306" v="1047" actId="478"/>
          <ac:grpSpMkLst>
            <pc:docMk/>
            <pc:sldMk cId="3465954449" sldId="259"/>
            <ac:grpSpMk id="36" creationId="{F92EF1A4-CBB8-43D3-A7DA-281DB98EF82C}"/>
          </ac:grpSpMkLst>
        </pc:grpChg>
        <pc:grpChg chg="add mod">
          <ac:chgData name="성욱 진" userId="f47a80d7871cb125" providerId="LiveId" clId="{F67979CA-7D8E-46A2-8257-041C27E451E9}" dt="2026-03-15T11:57:48.476" v="4234" actId="164"/>
          <ac:grpSpMkLst>
            <pc:docMk/>
            <pc:sldMk cId="3465954449" sldId="259"/>
            <ac:grpSpMk id="40" creationId="{447E394E-303A-44D7-B36D-65B4D723F7E0}"/>
          </ac:grpSpMkLst>
        </pc:grpChg>
        <pc:grpChg chg="add mod">
          <ac:chgData name="성욱 진" userId="f47a80d7871cb125" providerId="LiveId" clId="{F67979CA-7D8E-46A2-8257-041C27E451E9}" dt="2026-03-15T11:57:50.263" v="4235" actId="164"/>
          <ac:grpSpMkLst>
            <pc:docMk/>
            <pc:sldMk cId="3465954449" sldId="259"/>
            <ac:grpSpMk id="43" creationId="{67BC1BFB-76EB-416A-B8D1-41BE9A92AF18}"/>
          </ac:grpSpMkLst>
        </pc:grpChg>
        <pc:grpChg chg="add mod">
          <ac:chgData name="성욱 진" userId="f47a80d7871cb125" providerId="LiveId" clId="{F67979CA-7D8E-46A2-8257-041C27E451E9}" dt="2026-03-15T11:57:46.483" v="4233" actId="164"/>
          <ac:grpSpMkLst>
            <pc:docMk/>
            <pc:sldMk cId="3465954449" sldId="259"/>
            <ac:grpSpMk id="47" creationId="{208B4663-6148-4B22-95AC-9DC6FF63677C}"/>
          </ac:grpSpMkLst>
        </pc:grpChg>
        <pc:grpChg chg="add mod">
          <ac:chgData name="성욱 진" userId="f47a80d7871cb125" providerId="LiveId" clId="{F67979CA-7D8E-46A2-8257-041C27E451E9}" dt="2026-03-15T11:57:48.476" v="4234" actId="164"/>
          <ac:grpSpMkLst>
            <pc:docMk/>
            <pc:sldMk cId="3465954449" sldId="259"/>
            <ac:grpSpMk id="48" creationId="{459D99F0-0FB2-4301-81DF-9BCF605C73A1}"/>
          </ac:grpSpMkLst>
        </pc:grpChg>
        <pc:grpChg chg="add mod">
          <ac:chgData name="성욱 진" userId="f47a80d7871cb125" providerId="LiveId" clId="{F67979CA-7D8E-46A2-8257-041C27E451E9}" dt="2026-03-15T11:57:50.263" v="4235" actId="164"/>
          <ac:grpSpMkLst>
            <pc:docMk/>
            <pc:sldMk cId="3465954449" sldId="259"/>
            <ac:grpSpMk id="49" creationId="{5A2C7D51-03D8-479B-8F99-378E7AACA817}"/>
          </ac:grpSpMkLst>
        </pc:grpChg>
        <pc:grpChg chg="add mod">
          <ac:chgData name="성욱 진" userId="f47a80d7871cb125" providerId="LiveId" clId="{F67979CA-7D8E-46A2-8257-041C27E451E9}" dt="2026-03-15T11:57:51.757" v="4236" actId="164"/>
          <ac:grpSpMkLst>
            <pc:docMk/>
            <pc:sldMk cId="3465954449" sldId="259"/>
            <ac:grpSpMk id="50" creationId="{1266A1D8-DC92-4E44-BBC4-87D573A130C7}"/>
          </ac:grpSpMkLst>
        </pc:grpChg>
        <pc:picChg chg="add del">
          <ac:chgData name="성욱 진" userId="f47a80d7871cb125" providerId="LiveId" clId="{F67979CA-7D8E-46A2-8257-041C27E451E9}" dt="2026-03-15T06:37:00.871" v="92" actId="22"/>
          <ac:picMkLst>
            <pc:docMk/>
            <pc:sldMk cId="3465954449" sldId="259"/>
            <ac:picMk id="6" creationId="{B9516490-BD12-4001-8E9D-C2C0B60D3A26}"/>
          </ac:picMkLst>
        </pc:picChg>
        <pc:picChg chg="add mod">
          <ac:chgData name="성욱 진" userId="f47a80d7871cb125" providerId="LiveId" clId="{F67979CA-7D8E-46A2-8257-041C27E451E9}" dt="2026-03-15T06:43:48.069" v="491" actId="164"/>
          <ac:picMkLst>
            <pc:docMk/>
            <pc:sldMk cId="3465954449" sldId="259"/>
            <ac:picMk id="16" creationId="{6946D721-C531-4B44-9DC4-43DAA49A46D3}"/>
          </ac:picMkLst>
        </pc:picChg>
        <pc:picChg chg="add del mod ord topLvl">
          <ac:chgData name="성욱 진" userId="f47a80d7871cb125" providerId="LiveId" clId="{F67979CA-7D8E-46A2-8257-041C27E451E9}" dt="2026-03-15T06:54:35.582" v="859" actId="478"/>
          <ac:picMkLst>
            <pc:docMk/>
            <pc:sldMk cId="3465954449" sldId="259"/>
            <ac:picMk id="19" creationId="{03531F9B-65A7-4144-86E9-B8C93DBDE79B}"/>
          </ac:picMkLst>
        </pc:picChg>
        <pc:picChg chg="del mod topLvl">
          <ac:chgData name="성욱 진" userId="f47a80d7871cb125" providerId="LiveId" clId="{F67979CA-7D8E-46A2-8257-041C27E451E9}" dt="2026-03-15T06:47:31.786" v="525" actId="478"/>
          <ac:picMkLst>
            <pc:docMk/>
            <pc:sldMk cId="3465954449" sldId="259"/>
            <ac:picMk id="24" creationId="{2C865F6B-02CE-47D7-8A1E-9A89784C2E7E}"/>
          </ac:picMkLst>
        </pc:picChg>
        <pc:picChg chg="add mod">
          <ac:chgData name="성욱 진" userId="f47a80d7871cb125" providerId="LiveId" clId="{F67979CA-7D8E-46A2-8257-041C27E451E9}" dt="2026-03-15T06:54:43.816" v="863" actId="164"/>
          <ac:picMkLst>
            <pc:docMk/>
            <pc:sldMk cId="3465954449" sldId="259"/>
            <ac:picMk id="29" creationId="{07D69243-D2E8-481A-ABE7-8EA25E817ACD}"/>
          </ac:picMkLst>
        </pc:picChg>
        <pc:picChg chg="mod">
          <ac:chgData name="성욱 진" userId="f47a80d7871cb125" providerId="LiveId" clId="{F67979CA-7D8E-46A2-8257-041C27E451E9}" dt="2026-03-15T06:54:33.670" v="858" actId="571"/>
          <ac:picMkLst>
            <pc:docMk/>
            <pc:sldMk cId="3465954449" sldId="259"/>
            <ac:picMk id="32" creationId="{34B608D7-C444-4AC4-A271-83770FB2425D}"/>
          </ac:picMkLst>
        </pc:picChg>
        <pc:picChg chg="del mod topLvl">
          <ac:chgData name="성욱 진" userId="f47a80d7871cb125" providerId="LiveId" clId="{F67979CA-7D8E-46A2-8257-041C27E451E9}" dt="2026-03-15T07:09:50.306" v="1047" actId="478"/>
          <ac:picMkLst>
            <pc:docMk/>
            <pc:sldMk cId="3465954449" sldId="259"/>
            <ac:picMk id="38" creationId="{84A3291E-0F19-4339-8513-9978AE85DCC4}"/>
          </ac:picMkLst>
        </pc:picChg>
        <pc:picChg chg="add mod">
          <ac:chgData name="성욱 진" userId="f47a80d7871cb125" providerId="LiveId" clId="{F67979CA-7D8E-46A2-8257-041C27E451E9}" dt="2026-03-15T07:10:01.148" v="1051" actId="164"/>
          <ac:picMkLst>
            <pc:docMk/>
            <pc:sldMk cId="3465954449" sldId="259"/>
            <ac:picMk id="39" creationId="{23727298-FEB9-4674-83F6-0FC67A745446}"/>
          </ac:picMkLst>
        </pc:picChg>
        <pc:picChg chg="mod">
          <ac:chgData name="성욱 진" userId="f47a80d7871cb125" providerId="LiveId" clId="{F67979CA-7D8E-46A2-8257-041C27E451E9}" dt="2026-03-15T07:10:31.486" v="1226" actId="571"/>
          <ac:picMkLst>
            <pc:docMk/>
            <pc:sldMk cId="3465954449" sldId="259"/>
            <ac:picMk id="45" creationId="{F031FEB5-E1F1-4756-B96D-ABD11835CA14}"/>
          </ac:picMkLst>
        </pc:picChg>
      </pc:sldChg>
      <pc:sldChg chg="addSp delSp modSp new mod modClrScheme chgLayout">
        <pc:chgData name="성욱 진" userId="f47a80d7871cb125" providerId="LiveId" clId="{F67979CA-7D8E-46A2-8257-041C27E451E9}" dt="2026-03-15T13:01:38.090" v="5062" actId="478"/>
        <pc:sldMkLst>
          <pc:docMk/>
          <pc:sldMk cId="3501440110" sldId="260"/>
        </pc:sldMkLst>
        <pc:spChg chg="add mod">
          <ac:chgData name="성욱 진" userId="f47a80d7871cb125" providerId="LiveId" clId="{F67979CA-7D8E-46A2-8257-041C27E451E9}" dt="2026-03-15T07:20:52.340" v="1525" actId="20577"/>
          <ac:spMkLst>
            <pc:docMk/>
            <pc:sldMk cId="3501440110" sldId="260"/>
            <ac:spMk id="2" creationId="{261AE69A-E27F-4225-B124-B1BAD22456E7}"/>
          </ac:spMkLst>
        </pc:spChg>
        <pc:spChg chg="add mod">
          <ac:chgData name="성욱 진" userId="f47a80d7871cb125" providerId="LiveId" clId="{F67979CA-7D8E-46A2-8257-041C27E451E9}" dt="2026-03-15T07:54:01.706" v="2601" actId="164"/>
          <ac:spMkLst>
            <pc:docMk/>
            <pc:sldMk cId="3501440110" sldId="260"/>
            <ac:spMk id="3" creationId="{DC533850-7FFD-4262-9714-BD5A344E5B18}"/>
          </ac:spMkLst>
        </pc:spChg>
        <pc:spChg chg="add mod">
          <ac:chgData name="성욱 진" userId="f47a80d7871cb125" providerId="LiveId" clId="{F67979CA-7D8E-46A2-8257-041C27E451E9}" dt="2026-03-15T07:53:32.009" v="2591" actId="164"/>
          <ac:spMkLst>
            <pc:docMk/>
            <pc:sldMk cId="3501440110" sldId="260"/>
            <ac:spMk id="4" creationId="{A902EC67-93A6-494D-9B6C-AC615D45885F}"/>
          </ac:spMkLst>
        </pc:spChg>
        <pc:spChg chg="add mod">
          <ac:chgData name="성욱 진" userId="f47a80d7871cb125" providerId="LiveId" clId="{F67979CA-7D8E-46A2-8257-041C27E451E9}" dt="2026-03-15T07:53:41.875" v="2594" actId="164"/>
          <ac:spMkLst>
            <pc:docMk/>
            <pc:sldMk cId="3501440110" sldId="260"/>
            <ac:spMk id="5" creationId="{7F67FE9C-FE6D-4902-BDE1-802A4A96B5E5}"/>
          </ac:spMkLst>
        </pc:spChg>
        <pc:spChg chg="add del mod">
          <ac:chgData name="성욱 진" userId="f47a80d7871cb125" providerId="LiveId" clId="{F67979CA-7D8E-46A2-8257-041C27E451E9}" dt="2026-03-15T07:16:54.814" v="1462" actId="478"/>
          <ac:spMkLst>
            <pc:docMk/>
            <pc:sldMk cId="3501440110" sldId="260"/>
            <ac:spMk id="6" creationId="{24F94DD6-8BC9-4644-BCB2-8CBE3C1CDDAC}"/>
          </ac:spMkLst>
        </pc:spChg>
        <pc:spChg chg="add del mod">
          <ac:chgData name="성욱 진" userId="f47a80d7871cb125" providerId="LiveId" clId="{F67979CA-7D8E-46A2-8257-041C27E451E9}" dt="2026-03-15T07:16:54.814" v="1462" actId="478"/>
          <ac:spMkLst>
            <pc:docMk/>
            <pc:sldMk cId="3501440110" sldId="260"/>
            <ac:spMk id="7" creationId="{50BA17A1-9B58-4371-82EA-62D93ADA6C23}"/>
          </ac:spMkLst>
        </pc:spChg>
        <pc:spChg chg="del mod topLvl">
          <ac:chgData name="성욱 진" userId="f47a80d7871cb125" providerId="LiveId" clId="{F67979CA-7D8E-46A2-8257-041C27E451E9}" dt="2026-03-15T07:20:18.547" v="1504" actId="478"/>
          <ac:spMkLst>
            <pc:docMk/>
            <pc:sldMk cId="3501440110" sldId="260"/>
            <ac:spMk id="9" creationId="{CA4DEA07-AA8B-411D-AB6E-EF80BC3937A7}"/>
          </ac:spMkLst>
        </pc:spChg>
        <pc:spChg chg="mod topLvl">
          <ac:chgData name="성욱 진" userId="f47a80d7871cb125" providerId="LiveId" clId="{F67979CA-7D8E-46A2-8257-041C27E451E9}" dt="2026-03-15T07:54:00.152" v="2600" actId="164"/>
          <ac:spMkLst>
            <pc:docMk/>
            <pc:sldMk cId="3501440110" sldId="260"/>
            <ac:spMk id="15" creationId="{B58CC5F4-7E4B-446F-BBE9-BFD3C79876BC}"/>
          </ac:spMkLst>
        </pc:spChg>
        <pc:spChg chg="add mod">
          <ac:chgData name="성욱 진" userId="f47a80d7871cb125" providerId="LiveId" clId="{F67979CA-7D8E-46A2-8257-041C27E451E9}" dt="2026-03-15T07:19:50.656" v="1497" actId="164"/>
          <ac:spMkLst>
            <pc:docMk/>
            <pc:sldMk cId="3501440110" sldId="260"/>
            <ac:spMk id="17" creationId="{617C768B-BBAE-4CCA-B025-607C49C6D151}"/>
          </ac:spMkLst>
        </pc:spChg>
        <pc:spChg chg="add mod">
          <ac:chgData name="성욱 진" userId="f47a80d7871cb125" providerId="LiveId" clId="{F67979CA-7D8E-46A2-8257-041C27E451E9}" dt="2026-03-15T07:20:14.113" v="1503" actId="164"/>
          <ac:spMkLst>
            <pc:docMk/>
            <pc:sldMk cId="3501440110" sldId="260"/>
            <ac:spMk id="18" creationId="{EFAE503F-D568-4440-B9BE-E9432A1577B2}"/>
          </ac:spMkLst>
        </pc:spChg>
        <pc:spChg chg="add mod">
          <ac:chgData name="성욱 진" userId="f47a80d7871cb125" providerId="LiveId" clId="{F67979CA-7D8E-46A2-8257-041C27E451E9}" dt="2026-03-15T07:54:01.706" v="2601" actId="164"/>
          <ac:spMkLst>
            <pc:docMk/>
            <pc:sldMk cId="3501440110" sldId="260"/>
            <ac:spMk id="23" creationId="{E3F06539-84CC-4EB3-B2B4-7034BFFE100D}"/>
          </ac:spMkLst>
        </pc:spChg>
        <pc:spChg chg="add mod">
          <ac:chgData name="성욱 진" userId="f47a80d7871cb125" providerId="LiveId" clId="{F67979CA-7D8E-46A2-8257-041C27E451E9}" dt="2026-03-15T07:54:01.706" v="2601" actId="164"/>
          <ac:spMkLst>
            <pc:docMk/>
            <pc:sldMk cId="3501440110" sldId="260"/>
            <ac:spMk id="24" creationId="{E3919A07-26A2-40F3-B397-A0A212B79AAA}"/>
          </ac:spMkLst>
        </pc:spChg>
        <pc:spChg chg="add del mod">
          <ac:chgData name="성욱 진" userId="f47a80d7871cb125" providerId="LiveId" clId="{F67979CA-7D8E-46A2-8257-041C27E451E9}" dt="2026-03-15T07:21:49.443" v="1674" actId="478"/>
          <ac:spMkLst>
            <pc:docMk/>
            <pc:sldMk cId="3501440110" sldId="260"/>
            <ac:spMk id="25" creationId="{0BB4CBF0-4F77-416E-8127-64D2F153B3A5}"/>
          </ac:spMkLst>
        </pc:spChg>
        <pc:spChg chg="add del mod">
          <ac:chgData name="성욱 진" userId="f47a80d7871cb125" providerId="LiveId" clId="{F67979CA-7D8E-46A2-8257-041C27E451E9}" dt="2026-03-15T07:22:24.926" v="1680" actId="478"/>
          <ac:spMkLst>
            <pc:docMk/>
            <pc:sldMk cId="3501440110" sldId="260"/>
            <ac:spMk id="26" creationId="{7295ABB1-F412-4C7E-B110-2E118E649183}"/>
          </ac:spMkLst>
        </pc:spChg>
        <pc:spChg chg="add mod">
          <ac:chgData name="성욱 진" userId="f47a80d7871cb125" providerId="LiveId" clId="{F67979CA-7D8E-46A2-8257-041C27E451E9}" dt="2026-03-15T13:01:23.219" v="5055" actId="207"/>
          <ac:spMkLst>
            <pc:docMk/>
            <pc:sldMk cId="3501440110" sldId="260"/>
            <ac:spMk id="29" creationId="{66DD378E-63DA-4C39-B983-6ED501261D22}"/>
          </ac:spMkLst>
        </pc:spChg>
        <pc:spChg chg="add mod">
          <ac:chgData name="성욱 진" userId="f47a80d7871cb125" providerId="LiveId" clId="{F67979CA-7D8E-46A2-8257-041C27E451E9}" dt="2026-03-15T13:01:26.994" v="5056" actId="207"/>
          <ac:spMkLst>
            <pc:docMk/>
            <pc:sldMk cId="3501440110" sldId="260"/>
            <ac:spMk id="30" creationId="{21E97351-FDF2-42FF-8483-B0369FFF9755}"/>
          </ac:spMkLst>
        </pc:spChg>
        <pc:spChg chg="add mod">
          <ac:chgData name="성욱 진" userId="f47a80d7871cb125" providerId="LiveId" clId="{F67979CA-7D8E-46A2-8257-041C27E451E9}" dt="2026-03-15T13:01:29.280" v="5057" actId="207"/>
          <ac:spMkLst>
            <pc:docMk/>
            <pc:sldMk cId="3501440110" sldId="260"/>
            <ac:spMk id="31" creationId="{4D05FA58-8306-4778-ACB2-F1117E73C9E7}"/>
          </ac:spMkLst>
        </pc:spChg>
        <pc:spChg chg="add mod">
          <ac:chgData name="성욱 진" userId="f47a80d7871cb125" providerId="LiveId" clId="{F67979CA-7D8E-46A2-8257-041C27E451E9}" dt="2026-03-15T07:54:00.152" v="2600" actId="164"/>
          <ac:spMkLst>
            <pc:docMk/>
            <pc:sldMk cId="3501440110" sldId="260"/>
            <ac:spMk id="35" creationId="{4AC8CD08-AD2E-40AE-86F5-E9F9E7BD8FCC}"/>
          </ac:spMkLst>
        </pc:spChg>
        <pc:spChg chg="add del mod">
          <ac:chgData name="성욱 진" userId="f47a80d7871cb125" providerId="LiveId" clId="{F67979CA-7D8E-46A2-8257-041C27E451E9}" dt="2026-03-15T07:26:21.504" v="1905" actId="478"/>
          <ac:spMkLst>
            <pc:docMk/>
            <pc:sldMk cId="3501440110" sldId="260"/>
            <ac:spMk id="36" creationId="{EDAF1F50-BF6F-416E-9C51-06D153322706}"/>
          </ac:spMkLst>
        </pc:spChg>
        <pc:spChg chg="add mod">
          <ac:chgData name="성욱 진" userId="f47a80d7871cb125" providerId="LiveId" clId="{F67979CA-7D8E-46A2-8257-041C27E451E9}" dt="2026-03-15T07:54:00.152" v="2600" actId="164"/>
          <ac:spMkLst>
            <pc:docMk/>
            <pc:sldMk cId="3501440110" sldId="260"/>
            <ac:spMk id="37" creationId="{D588E21D-D416-4B13-90F1-4F7DF3592317}"/>
          </ac:spMkLst>
        </pc:spChg>
        <pc:spChg chg="add mod">
          <ac:chgData name="성욱 진" userId="f47a80d7871cb125" providerId="LiveId" clId="{F67979CA-7D8E-46A2-8257-041C27E451E9}" dt="2026-03-15T07:54:00.152" v="2600" actId="164"/>
          <ac:spMkLst>
            <pc:docMk/>
            <pc:sldMk cId="3501440110" sldId="260"/>
            <ac:spMk id="38" creationId="{182265EB-A6AF-4216-B46E-07601625A32E}"/>
          </ac:spMkLst>
        </pc:spChg>
        <pc:spChg chg="add del mod">
          <ac:chgData name="성욱 진" userId="f47a80d7871cb125" providerId="LiveId" clId="{F67979CA-7D8E-46A2-8257-041C27E451E9}" dt="2026-03-15T07:27:06.790" v="1912" actId="478"/>
          <ac:spMkLst>
            <pc:docMk/>
            <pc:sldMk cId="3501440110" sldId="260"/>
            <ac:spMk id="39" creationId="{9EB14F31-5DB7-4E35-A075-9A2B8BA76359}"/>
          </ac:spMkLst>
        </pc:spChg>
        <pc:spChg chg="add mod">
          <ac:chgData name="성욱 진" userId="f47a80d7871cb125" providerId="LiveId" clId="{F67979CA-7D8E-46A2-8257-041C27E451E9}" dt="2026-03-15T07:54:00.152" v="2600" actId="164"/>
          <ac:spMkLst>
            <pc:docMk/>
            <pc:sldMk cId="3501440110" sldId="260"/>
            <ac:spMk id="43" creationId="{28702AC0-F766-4705-A0FD-7D161E28683F}"/>
          </ac:spMkLst>
        </pc:spChg>
        <pc:spChg chg="add mod">
          <ac:chgData name="성욱 진" userId="f47a80d7871cb125" providerId="LiveId" clId="{F67979CA-7D8E-46A2-8257-041C27E451E9}" dt="2026-03-15T07:53:32.009" v="2591" actId="164"/>
          <ac:spMkLst>
            <pc:docMk/>
            <pc:sldMk cId="3501440110" sldId="260"/>
            <ac:spMk id="48" creationId="{1118D9D6-AFB9-4481-A156-7B850AD882DF}"/>
          </ac:spMkLst>
        </pc:spChg>
        <pc:spChg chg="add mod">
          <ac:chgData name="성욱 진" userId="f47a80d7871cb125" providerId="LiveId" clId="{F67979CA-7D8E-46A2-8257-041C27E451E9}" dt="2026-03-15T07:53:32.009" v="2591" actId="164"/>
          <ac:spMkLst>
            <pc:docMk/>
            <pc:sldMk cId="3501440110" sldId="260"/>
            <ac:spMk id="49" creationId="{A53EC3AE-1D88-41FA-968E-3D569109B3E4}"/>
          </ac:spMkLst>
        </pc:spChg>
        <pc:spChg chg="mod topLvl">
          <ac:chgData name="성욱 진" userId="f47a80d7871cb125" providerId="LiveId" clId="{F67979CA-7D8E-46A2-8257-041C27E451E9}" dt="2026-03-15T13:01:32.073" v="5058" actId="207"/>
          <ac:spMkLst>
            <pc:docMk/>
            <pc:sldMk cId="3501440110" sldId="260"/>
            <ac:spMk id="52" creationId="{C2A5B5EF-8D38-4E79-ABFB-3B6A1CF937DA}"/>
          </ac:spMkLst>
        </pc:spChg>
        <pc:spChg chg="mod topLvl">
          <ac:chgData name="성욱 진" userId="f47a80d7871cb125" providerId="LiveId" clId="{F67979CA-7D8E-46A2-8257-041C27E451E9}" dt="2026-03-15T07:51:55.986" v="2488" actId="164"/>
          <ac:spMkLst>
            <pc:docMk/>
            <pc:sldMk cId="3501440110" sldId="260"/>
            <ac:spMk id="53" creationId="{B2D6F064-1D73-4A02-BB9B-87E0F4E32912}"/>
          </ac:spMkLst>
        </pc:spChg>
        <pc:spChg chg="mod topLvl">
          <ac:chgData name="성욱 진" userId="f47a80d7871cb125" providerId="LiveId" clId="{F67979CA-7D8E-46A2-8257-041C27E451E9}" dt="2026-03-15T13:01:33.288" v="5059" actId="207"/>
          <ac:spMkLst>
            <pc:docMk/>
            <pc:sldMk cId="3501440110" sldId="260"/>
            <ac:spMk id="55" creationId="{1609F24E-4CCA-4698-8360-63615A1A8DF4}"/>
          </ac:spMkLst>
        </pc:spChg>
        <pc:spChg chg="mod topLvl">
          <ac:chgData name="성욱 진" userId="f47a80d7871cb125" providerId="LiveId" clId="{F67979CA-7D8E-46A2-8257-041C27E451E9}" dt="2026-03-15T08:00:10.747" v="2766" actId="20577"/>
          <ac:spMkLst>
            <pc:docMk/>
            <pc:sldMk cId="3501440110" sldId="260"/>
            <ac:spMk id="56" creationId="{612FBB4C-21A3-4ABE-97A2-CAD5234AB9A4}"/>
          </ac:spMkLst>
        </pc:spChg>
        <pc:spChg chg="add mod">
          <ac:chgData name="성욱 진" userId="f47a80d7871cb125" providerId="LiveId" clId="{F67979CA-7D8E-46A2-8257-041C27E451E9}" dt="2026-03-15T07:45:30.354" v="2225" actId="571"/>
          <ac:spMkLst>
            <pc:docMk/>
            <pc:sldMk cId="3501440110" sldId="260"/>
            <ac:spMk id="57" creationId="{82BFBCB8-A3EC-4D81-AD08-DC226DFA7453}"/>
          </ac:spMkLst>
        </pc:spChg>
        <pc:spChg chg="mod">
          <ac:chgData name="성욱 진" userId="f47a80d7871cb125" providerId="LiveId" clId="{F67979CA-7D8E-46A2-8257-041C27E451E9}" dt="2026-03-15T07:45:30.354" v="2225" actId="571"/>
          <ac:spMkLst>
            <pc:docMk/>
            <pc:sldMk cId="3501440110" sldId="260"/>
            <ac:spMk id="60" creationId="{73006921-1BC2-4BCF-83EC-6F9F824460BD}"/>
          </ac:spMkLst>
        </pc:spChg>
        <pc:spChg chg="add mod">
          <ac:chgData name="성욱 진" userId="f47a80d7871cb125" providerId="LiveId" clId="{F67979CA-7D8E-46A2-8257-041C27E451E9}" dt="2026-03-15T07:45:33.172" v="2227" actId="571"/>
          <ac:spMkLst>
            <pc:docMk/>
            <pc:sldMk cId="3501440110" sldId="260"/>
            <ac:spMk id="61" creationId="{C60320D1-68A3-4DF7-B185-BE868873317E}"/>
          </ac:spMkLst>
        </pc:spChg>
        <pc:spChg chg="mod">
          <ac:chgData name="성욱 진" userId="f47a80d7871cb125" providerId="LiveId" clId="{F67979CA-7D8E-46A2-8257-041C27E451E9}" dt="2026-03-15T07:45:33.172" v="2227" actId="571"/>
          <ac:spMkLst>
            <pc:docMk/>
            <pc:sldMk cId="3501440110" sldId="260"/>
            <ac:spMk id="64" creationId="{0D60CAAC-78E5-4DF1-B9AC-B77AC2F74431}"/>
          </ac:spMkLst>
        </pc:spChg>
        <pc:spChg chg="mod topLvl">
          <ac:chgData name="성욱 진" userId="f47a80d7871cb125" providerId="LiveId" clId="{F67979CA-7D8E-46A2-8257-041C27E451E9}" dt="2026-03-15T07:46:15.600" v="2264" actId="164"/>
          <ac:spMkLst>
            <pc:docMk/>
            <pc:sldMk cId="3501440110" sldId="260"/>
            <ac:spMk id="68" creationId="{3CB21E02-80E2-4188-9951-09BA1186F761}"/>
          </ac:spMkLst>
        </pc:spChg>
        <pc:spChg chg="add mod">
          <ac:chgData name="성욱 진" userId="f47a80d7871cb125" providerId="LiveId" clId="{F67979CA-7D8E-46A2-8257-041C27E451E9}" dt="2026-03-15T07:53:41.875" v="2594" actId="164"/>
          <ac:spMkLst>
            <pc:docMk/>
            <pc:sldMk cId="3501440110" sldId="260"/>
            <ac:spMk id="70" creationId="{3F332160-7E0B-4D55-92A4-8AD7960461FC}"/>
          </ac:spMkLst>
        </pc:spChg>
        <pc:spChg chg="add mod">
          <ac:chgData name="성욱 진" userId="f47a80d7871cb125" providerId="LiveId" clId="{F67979CA-7D8E-46A2-8257-041C27E451E9}" dt="2026-03-15T07:53:41.875" v="2594" actId="164"/>
          <ac:spMkLst>
            <pc:docMk/>
            <pc:sldMk cId="3501440110" sldId="260"/>
            <ac:spMk id="71" creationId="{BCE8D2F5-BD9C-4B85-8984-52FA4FF20F58}"/>
          </ac:spMkLst>
        </pc:spChg>
        <pc:spChg chg="mod">
          <ac:chgData name="성욱 진" userId="f47a80d7871cb125" providerId="LiveId" clId="{F67979CA-7D8E-46A2-8257-041C27E451E9}" dt="2026-03-15T07:46:46.409" v="2279" actId="571"/>
          <ac:spMkLst>
            <pc:docMk/>
            <pc:sldMk cId="3501440110" sldId="260"/>
            <ac:spMk id="74" creationId="{6B5E850F-7AFD-4FDE-9B94-0E6557F775AB}"/>
          </ac:spMkLst>
        </pc:spChg>
        <pc:spChg chg="mod">
          <ac:chgData name="성욱 진" userId="f47a80d7871cb125" providerId="LiveId" clId="{F67979CA-7D8E-46A2-8257-041C27E451E9}" dt="2026-03-15T07:46:46.409" v="2279" actId="571"/>
          <ac:spMkLst>
            <pc:docMk/>
            <pc:sldMk cId="3501440110" sldId="260"/>
            <ac:spMk id="75" creationId="{E1334E2E-93E1-4A52-9733-36C2C13942C6}"/>
          </ac:spMkLst>
        </pc:spChg>
        <pc:spChg chg="mod">
          <ac:chgData name="성욱 진" userId="f47a80d7871cb125" providerId="LiveId" clId="{F67979CA-7D8E-46A2-8257-041C27E451E9}" dt="2026-03-15T07:46:46.409" v="2279" actId="571"/>
          <ac:spMkLst>
            <pc:docMk/>
            <pc:sldMk cId="3501440110" sldId="260"/>
            <ac:spMk id="77" creationId="{9677F7F0-4D80-4CFC-9D5E-05DD3523084E}"/>
          </ac:spMkLst>
        </pc:spChg>
        <pc:spChg chg="mod">
          <ac:chgData name="성욱 진" userId="f47a80d7871cb125" providerId="LiveId" clId="{F67979CA-7D8E-46A2-8257-041C27E451E9}" dt="2026-03-15T07:46:46.409" v="2279" actId="571"/>
          <ac:spMkLst>
            <pc:docMk/>
            <pc:sldMk cId="3501440110" sldId="260"/>
            <ac:spMk id="78" creationId="{6CCC5F10-F357-43D3-8562-6B4BC888BD80}"/>
          </ac:spMkLst>
        </pc:spChg>
        <pc:spChg chg="mod">
          <ac:chgData name="성욱 진" userId="f47a80d7871cb125" providerId="LiveId" clId="{F67979CA-7D8E-46A2-8257-041C27E451E9}" dt="2026-03-15T07:52:24.990" v="2529" actId="14100"/>
          <ac:spMkLst>
            <pc:docMk/>
            <pc:sldMk cId="3501440110" sldId="260"/>
            <ac:spMk id="82" creationId="{2A952609-3F5A-4B50-B436-AA175B218C01}"/>
          </ac:spMkLst>
        </pc:spChg>
        <pc:spChg chg="add mod">
          <ac:chgData name="성욱 진" userId="f47a80d7871cb125" providerId="LiveId" clId="{F67979CA-7D8E-46A2-8257-041C27E451E9}" dt="2026-03-15T07:59:53.164" v="2747"/>
          <ac:spMkLst>
            <pc:docMk/>
            <pc:sldMk cId="3501440110" sldId="260"/>
            <ac:spMk id="83" creationId="{F1068938-29A2-4157-86AA-168D11FD9128}"/>
          </ac:spMkLst>
        </pc:spChg>
        <pc:spChg chg="mod">
          <ac:chgData name="성욱 진" userId="f47a80d7871cb125" providerId="LiveId" clId="{F67979CA-7D8E-46A2-8257-041C27E451E9}" dt="2026-03-15T13:01:36.634" v="5061" actId="207"/>
          <ac:spMkLst>
            <pc:docMk/>
            <pc:sldMk cId="3501440110" sldId="260"/>
            <ac:spMk id="87" creationId="{58618BF7-920F-41E4-BE20-1ED7A3D8086E}"/>
          </ac:spMkLst>
        </pc:spChg>
        <pc:spChg chg="mod">
          <ac:chgData name="성욱 진" userId="f47a80d7871cb125" providerId="LiveId" clId="{F67979CA-7D8E-46A2-8257-041C27E451E9}" dt="2026-03-15T07:52:42.873" v="2585" actId="20577"/>
          <ac:spMkLst>
            <pc:docMk/>
            <pc:sldMk cId="3501440110" sldId="260"/>
            <ac:spMk id="88" creationId="{78157CB2-1111-4B7A-9A54-8FED42145CF2}"/>
          </ac:spMkLst>
        </pc:spChg>
        <pc:spChg chg="mod">
          <ac:chgData name="성욱 진" userId="f47a80d7871cb125" providerId="LiveId" clId="{F67979CA-7D8E-46A2-8257-041C27E451E9}" dt="2026-03-15T13:01:35.609" v="5060" actId="207"/>
          <ac:spMkLst>
            <pc:docMk/>
            <pc:sldMk cId="3501440110" sldId="260"/>
            <ac:spMk id="90" creationId="{D121FE2F-5CD3-4A80-B82D-5937A5C262BB}"/>
          </ac:spMkLst>
        </pc:spChg>
        <pc:spChg chg="mod">
          <ac:chgData name="성욱 진" userId="f47a80d7871cb125" providerId="LiveId" clId="{F67979CA-7D8E-46A2-8257-041C27E451E9}" dt="2026-03-15T07:52:38.577" v="2561" actId="20577"/>
          <ac:spMkLst>
            <pc:docMk/>
            <pc:sldMk cId="3501440110" sldId="260"/>
            <ac:spMk id="91" creationId="{0E0423E7-F5E9-40C7-AE15-80F8E9BC7046}"/>
          </ac:spMkLst>
        </pc:spChg>
        <pc:spChg chg="add mod">
          <ac:chgData name="성욱 진" userId="f47a80d7871cb125" providerId="LiveId" clId="{F67979CA-7D8E-46A2-8257-041C27E451E9}" dt="2026-03-15T07:58:05.435" v="2735" actId="164"/>
          <ac:spMkLst>
            <pc:docMk/>
            <pc:sldMk cId="3501440110" sldId="260"/>
            <ac:spMk id="92" creationId="{BD5F7037-226E-48ED-A5CA-CD5C50D9FCB9}"/>
          </ac:spMkLst>
        </pc:spChg>
        <pc:spChg chg="add del mod">
          <ac:chgData name="성욱 진" userId="f47a80d7871cb125" providerId="LiveId" clId="{F67979CA-7D8E-46A2-8257-041C27E451E9}" dt="2026-03-15T07:55:00.622" v="2614" actId="478"/>
          <ac:spMkLst>
            <pc:docMk/>
            <pc:sldMk cId="3501440110" sldId="260"/>
            <ac:spMk id="103" creationId="{0AE4F3E3-27AB-4190-BD7C-0CB277988336}"/>
          </ac:spMkLst>
        </pc:spChg>
        <pc:spChg chg="add mod">
          <ac:chgData name="성욱 진" userId="f47a80d7871cb125" providerId="LiveId" clId="{F67979CA-7D8E-46A2-8257-041C27E451E9}" dt="2026-03-15T07:58:13.836" v="2736" actId="1076"/>
          <ac:spMkLst>
            <pc:docMk/>
            <pc:sldMk cId="3501440110" sldId="260"/>
            <ac:spMk id="106" creationId="{C5235B4D-C261-4ADB-A13C-22965F1A864D}"/>
          </ac:spMkLst>
        </pc:spChg>
        <pc:spChg chg="add mod">
          <ac:chgData name="성욱 진" userId="f47a80d7871cb125" providerId="LiveId" clId="{F67979CA-7D8E-46A2-8257-041C27E451E9}" dt="2026-03-15T07:58:05.435" v="2735" actId="164"/>
          <ac:spMkLst>
            <pc:docMk/>
            <pc:sldMk cId="3501440110" sldId="260"/>
            <ac:spMk id="111" creationId="{52131E1B-65C6-40B4-9123-D891712194B0}"/>
          </ac:spMkLst>
        </pc:spChg>
        <pc:spChg chg="add del">
          <ac:chgData name="성욱 진" userId="f47a80d7871cb125" providerId="LiveId" clId="{F67979CA-7D8E-46A2-8257-041C27E451E9}" dt="2026-03-15T07:59:55.299" v="2748" actId="478"/>
          <ac:spMkLst>
            <pc:docMk/>
            <pc:sldMk cId="3501440110" sldId="260"/>
            <ac:spMk id="116" creationId="{BCF01589-A9F9-48AC-881D-F60005D3FC7F}"/>
          </ac:spMkLst>
        </pc:spChg>
        <pc:spChg chg="add del mod">
          <ac:chgData name="성욱 진" userId="f47a80d7871cb125" providerId="LiveId" clId="{F67979CA-7D8E-46A2-8257-041C27E451E9}" dt="2026-03-15T13:01:38.090" v="5062" actId="478"/>
          <ac:spMkLst>
            <pc:docMk/>
            <pc:sldMk cId="3501440110" sldId="260"/>
            <ac:spMk id="117" creationId="{E5DE8CF9-DF9B-46C4-9B20-44EF2A74C0A4}"/>
          </ac:spMkLst>
        </pc:spChg>
        <pc:grpChg chg="add del mod">
          <ac:chgData name="성욱 진" userId="f47a80d7871cb125" providerId="LiveId" clId="{F67979CA-7D8E-46A2-8257-041C27E451E9}" dt="2026-03-15T07:18:14.819" v="1482" actId="21"/>
          <ac:grpSpMkLst>
            <pc:docMk/>
            <pc:sldMk cId="3501440110" sldId="260"/>
            <ac:grpSpMk id="8" creationId="{5D3703F1-7FA2-443D-B6CA-60BB67E92B4F}"/>
          </ac:grpSpMkLst>
        </pc:grpChg>
        <pc:grpChg chg="add del mod">
          <ac:chgData name="성욱 진" userId="f47a80d7871cb125" providerId="LiveId" clId="{F67979CA-7D8E-46A2-8257-041C27E451E9}" dt="2026-03-15T07:17:55.220" v="1478" actId="478"/>
          <ac:grpSpMkLst>
            <pc:docMk/>
            <pc:sldMk cId="3501440110" sldId="260"/>
            <ac:grpSpMk id="14" creationId="{58765461-4140-4280-B6BD-C6F59063E76F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20" creationId="{0C7D5F32-A713-46DA-9A0F-2DE7CBF338F8}"/>
          </ac:grpSpMkLst>
        </pc:grpChg>
        <pc:grpChg chg="add mod">
          <ac:chgData name="성욱 진" userId="f47a80d7871cb125" providerId="LiveId" clId="{F67979CA-7D8E-46A2-8257-041C27E451E9}" dt="2026-03-15T07:53:32.009" v="2591" actId="164"/>
          <ac:grpSpMkLst>
            <pc:docMk/>
            <pc:sldMk cId="3501440110" sldId="260"/>
            <ac:grpSpMk id="21" creationId="{86318965-ADD3-46A5-A0F7-7C713037C520}"/>
          </ac:grpSpMkLst>
        </pc:grpChg>
        <pc:grpChg chg="add mod">
          <ac:chgData name="성욱 진" userId="f47a80d7871cb125" providerId="LiveId" clId="{F67979CA-7D8E-46A2-8257-041C27E451E9}" dt="2026-03-15T07:53:41.875" v="2594" actId="164"/>
          <ac:grpSpMkLst>
            <pc:docMk/>
            <pc:sldMk cId="3501440110" sldId="260"/>
            <ac:grpSpMk id="22" creationId="{D8A77FCC-D1EC-4AAD-A34C-36E56C098D01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44" creationId="{0A270044-710A-4FE1-9833-F165E32CE6D5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45" creationId="{FA5EF943-08A9-4409-92F1-CB2666A817CC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46" creationId="{AAA33934-469D-42B0-B4C2-449A1959E3C1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47" creationId="{1E5099B9-1F2B-4545-AB9E-AE67280BC4CD}"/>
          </ac:grpSpMkLst>
        </pc:grpChg>
        <pc:grpChg chg="add del mod">
          <ac:chgData name="성욱 진" userId="f47a80d7871cb125" providerId="LiveId" clId="{F67979CA-7D8E-46A2-8257-041C27E451E9}" dt="2026-03-15T07:51:35.970" v="2482" actId="165"/>
          <ac:grpSpMkLst>
            <pc:docMk/>
            <pc:sldMk cId="3501440110" sldId="260"/>
            <ac:grpSpMk id="51" creationId="{74BB3033-8A6B-4096-903D-52A5B6F64B36}"/>
          </ac:grpSpMkLst>
        </pc:grpChg>
        <pc:grpChg chg="add del mod">
          <ac:chgData name="성욱 진" userId="f47a80d7871cb125" providerId="LiveId" clId="{F67979CA-7D8E-46A2-8257-041C27E451E9}" dt="2026-03-15T07:51:35.970" v="2482" actId="165"/>
          <ac:grpSpMkLst>
            <pc:docMk/>
            <pc:sldMk cId="3501440110" sldId="260"/>
            <ac:grpSpMk id="54" creationId="{80D5FDBF-A817-4CDF-8E1B-80E18E9CE5F1}"/>
          </ac:grpSpMkLst>
        </pc:grpChg>
        <pc:grpChg chg="add mod">
          <ac:chgData name="성욱 진" userId="f47a80d7871cb125" providerId="LiveId" clId="{F67979CA-7D8E-46A2-8257-041C27E451E9}" dt="2026-03-15T07:45:30.354" v="2225" actId="571"/>
          <ac:grpSpMkLst>
            <pc:docMk/>
            <pc:sldMk cId="3501440110" sldId="260"/>
            <ac:grpSpMk id="58" creationId="{05384878-F31D-457D-8D9F-834CDB1FC5C3}"/>
          </ac:grpSpMkLst>
        </pc:grpChg>
        <pc:grpChg chg="add mod">
          <ac:chgData name="성욱 진" userId="f47a80d7871cb125" providerId="LiveId" clId="{F67979CA-7D8E-46A2-8257-041C27E451E9}" dt="2026-03-15T07:45:33.172" v="2227" actId="571"/>
          <ac:grpSpMkLst>
            <pc:docMk/>
            <pc:sldMk cId="3501440110" sldId="260"/>
            <ac:grpSpMk id="62" creationId="{C9EE00F1-BA76-44B2-9338-C8D21954F9A2}"/>
          </ac:grpSpMkLst>
        </pc:grpChg>
        <pc:grpChg chg="add del mod">
          <ac:chgData name="성욱 진" userId="f47a80d7871cb125" providerId="LiveId" clId="{F67979CA-7D8E-46A2-8257-041C27E451E9}" dt="2026-03-15T07:46:10.002" v="2262" actId="165"/>
          <ac:grpSpMkLst>
            <pc:docMk/>
            <pc:sldMk cId="3501440110" sldId="260"/>
            <ac:grpSpMk id="66" creationId="{88C43346-27F9-4348-BCE7-9C09231418F6}"/>
          </ac:grpSpMkLst>
        </pc:grpChg>
        <pc:grpChg chg="add mod">
          <ac:chgData name="성욱 진" userId="f47a80d7871cb125" providerId="LiveId" clId="{F67979CA-7D8E-46A2-8257-041C27E451E9}" dt="2026-03-15T07:53:32.009" v="2591" actId="164"/>
          <ac:grpSpMkLst>
            <pc:docMk/>
            <pc:sldMk cId="3501440110" sldId="260"/>
            <ac:grpSpMk id="69" creationId="{0DCB6ACC-29AF-4AE2-9595-AB5D7862FF69}"/>
          </ac:grpSpMkLst>
        </pc:grpChg>
        <pc:grpChg chg="add del mod">
          <ac:chgData name="성욱 진" userId="f47a80d7871cb125" providerId="LiveId" clId="{F67979CA-7D8E-46A2-8257-041C27E451E9}" dt="2026-03-15T07:52:05.502" v="2491" actId="478"/>
          <ac:grpSpMkLst>
            <pc:docMk/>
            <pc:sldMk cId="3501440110" sldId="260"/>
            <ac:grpSpMk id="73" creationId="{06F43ABA-2082-4F97-9B0E-3AE0E68BB10F}"/>
          </ac:grpSpMkLst>
        </pc:grpChg>
        <pc:grpChg chg="add del mod">
          <ac:chgData name="성욱 진" userId="f47a80d7871cb125" providerId="LiveId" clId="{F67979CA-7D8E-46A2-8257-041C27E451E9}" dt="2026-03-15T07:52:05.502" v="2491" actId="478"/>
          <ac:grpSpMkLst>
            <pc:docMk/>
            <pc:sldMk cId="3501440110" sldId="260"/>
            <ac:grpSpMk id="76" creationId="{C46FEBB7-DBBF-4C30-9945-62C55E34242E}"/>
          </ac:grpSpMkLst>
        </pc:grpChg>
        <pc:grpChg chg="add mod">
          <ac:chgData name="성욱 진" userId="f47a80d7871cb125" providerId="LiveId" clId="{F67979CA-7D8E-46A2-8257-041C27E451E9}" dt="2026-03-15T07:53:41.875" v="2594" actId="164"/>
          <ac:grpSpMkLst>
            <pc:docMk/>
            <pc:sldMk cId="3501440110" sldId="260"/>
            <ac:grpSpMk id="80" creationId="{6A5C05D5-09F8-4296-8B45-9751693412C8}"/>
          </ac:grpSpMkLst>
        </pc:grpChg>
        <pc:grpChg chg="add mod">
          <ac:chgData name="성욱 진" userId="f47a80d7871cb125" providerId="LiveId" clId="{F67979CA-7D8E-46A2-8257-041C27E451E9}" dt="2026-03-15T07:53:32.009" v="2591" actId="164"/>
          <ac:grpSpMkLst>
            <pc:docMk/>
            <pc:sldMk cId="3501440110" sldId="260"/>
            <ac:grpSpMk id="84" creationId="{770B0CEC-1EA2-444A-8474-6B39D8BF24AD}"/>
          </ac:grpSpMkLst>
        </pc:grpChg>
        <pc:grpChg chg="add mod">
          <ac:chgData name="성욱 진" userId="f47a80d7871cb125" providerId="LiveId" clId="{F67979CA-7D8E-46A2-8257-041C27E451E9}" dt="2026-03-15T07:53:32.009" v="2591" actId="164"/>
          <ac:grpSpMkLst>
            <pc:docMk/>
            <pc:sldMk cId="3501440110" sldId="260"/>
            <ac:grpSpMk id="85" creationId="{D855A581-B546-4DA2-82FD-D3A4E9E30842}"/>
          </ac:grpSpMkLst>
        </pc:grpChg>
        <pc:grpChg chg="add mod">
          <ac:chgData name="성욱 진" userId="f47a80d7871cb125" providerId="LiveId" clId="{F67979CA-7D8E-46A2-8257-041C27E451E9}" dt="2026-03-15T07:53:41.875" v="2594" actId="164"/>
          <ac:grpSpMkLst>
            <pc:docMk/>
            <pc:sldMk cId="3501440110" sldId="260"/>
            <ac:grpSpMk id="86" creationId="{1A5D042D-8455-4895-A2FB-E5431507C344}"/>
          </ac:grpSpMkLst>
        </pc:grpChg>
        <pc:grpChg chg="add mod">
          <ac:chgData name="성욱 진" userId="f47a80d7871cb125" providerId="LiveId" clId="{F67979CA-7D8E-46A2-8257-041C27E451E9}" dt="2026-03-15T07:53:41.875" v="2594" actId="164"/>
          <ac:grpSpMkLst>
            <pc:docMk/>
            <pc:sldMk cId="3501440110" sldId="260"/>
            <ac:grpSpMk id="89" creationId="{674FA21D-2811-4D21-916B-53721781781F}"/>
          </ac:grpSpMkLst>
        </pc:grpChg>
        <pc:grpChg chg="add mod">
          <ac:chgData name="성욱 진" userId="f47a80d7871cb125" providerId="LiveId" clId="{F67979CA-7D8E-46A2-8257-041C27E451E9}" dt="2026-03-15T07:53:32.009" v="2591" actId="164"/>
          <ac:grpSpMkLst>
            <pc:docMk/>
            <pc:sldMk cId="3501440110" sldId="260"/>
            <ac:grpSpMk id="93" creationId="{6D3C7D1E-A88B-4F02-B26B-04415A9F838A}"/>
          </ac:grpSpMkLst>
        </pc:grpChg>
        <pc:grpChg chg="add mod">
          <ac:chgData name="성욱 진" userId="f47a80d7871cb125" providerId="LiveId" clId="{F67979CA-7D8E-46A2-8257-041C27E451E9}" dt="2026-03-15T07:53:41.875" v="2594" actId="164"/>
          <ac:grpSpMkLst>
            <pc:docMk/>
            <pc:sldMk cId="3501440110" sldId="260"/>
            <ac:grpSpMk id="94" creationId="{4ACBCBD0-A002-4A50-B271-257B0B414525}"/>
          </ac:grpSpMkLst>
        </pc:grpChg>
        <pc:grpChg chg="add mod">
          <ac:chgData name="성욱 진" userId="f47a80d7871cb125" providerId="LiveId" clId="{F67979CA-7D8E-46A2-8257-041C27E451E9}" dt="2026-03-15T07:53:51.754" v="2597" actId="164"/>
          <ac:grpSpMkLst>
            <pc:docMk/>
            <pc:sldMk cId="3501440110" sldId="260"/>
            <ac:grpSpMk id="95" creationId="{CA48DB48-9FB9-4EB1-BCE0-88DB27ACB863}"/>
          </ac:grpSpMkLst>
        </pc:grpChg>
        <pc:grpChg chg="add mod">
          <ac:chgData name="성욱 진" userId="f47a80d7871cb125" providerId="LiveId" clId="{F67979CA-7D8E-46A2-8257-041C27E451E9}" dt="2026-03-15T07:54:00.152" v="2600" actId="164"/>
          <ac:grpSpMkLst>
            <pc:docMk/>
            <pc:sldMk cId="3501440110" sldId="260"/>
            <ac:grpSpMk id="96" creationId="{AA4F52AA-8ED4-4783-8633-7FC19A471FA5}"/>
          </ac:grpSpMkLst>
        </pc:grpChg>
        <pc:grpChg chg="add mod">
          <ac:chgData name="성욱 진" userId="f47a80d7871cb125" providerId="LiveId" clId="{F67979CA-7D8E-46A2-8257-041C27E451E9}" dt="2026-03-15T07:54:01.706" v="2601" actId="164"/>
          <ac:grpSpMkLst>
            <pc:docMk/>
            <pc:sldMk cId="3501440110" sldId="260"/>
            <ac:grpSpMk id="97" creationId="{6FEE04E5-027A-4703-A7F8-2F55C4118BAC}"/>
          </ac:grpSpMkLst>
        </pc:grpChg>
        <pc:grpChg chg="add mod">
          <ac:chgData name="성욱 진" userId="f47a80d7871cb125" providerId="LiveId" clId="{F67979CA-7D8E-46A2-8257-041C27E451E9}" dt="2026-03-15T07:58:05.435" v="2735" actId="164"/>
          <ac:grpSpMkLst>
            <pc:docMk/>
            <pc:sldMk cId="3501440110" sldId="260"/>
            <ac:grpSpMk id="112" creationId="{96D0A2DB-6029-4101-818C-468EE66A63FE}"/>
          </ac:grpSpMkLst>
        </pc:grpChg>
        <pc:picChg chg="del mod topLvl">
          <ac:chgData name="성욱 진" userId="f47a80d7871cb125" providerId="LiveId" clId="{F67979CA-7D8E-46A2-8257-041C27E451E9}" dt="2026-03-15T07:18:14.819" v="1482" actId="21"/>
          <ac:picMkLst>
            <pc:docMk/>
            <pc:sldMk cId="3501440110" sldId="260"/>
            <ac:picMk id="10" creationId="{F8F3567D-672A-4BCD-AD8D-8E3C5300DA5D}"/>
          </ac:picMkLst>
        </pc:picChg>
        <pc:picChg chg="add mod ord">
          <ac:chgData name="성욱 진" userId="f47a80d7871cb125" providerId="LiveId" clId="{F67979CA-7D8E-46A2-8257-041C27E451E9}" dt="2026-03-15T07:19:50.656" v="1497" actId="164"/>
          <ac:picMkLst>
            <pc:docMk/>
            <pc:sldMk cId="3501440110" sldId="260"/>
            <ac:picMk id="11" creationId="{8BD9E5ED-E627-41FC-A6B4-1705571E7F06}"/>
          </ac:picMkLst>
        </pc:picChg>
        <pc:picChg chg="add mod ord">
          <ac:chgData name="성욱 진" userId="f47a80d7871cb125" providerId="LiveId" clId="{F67979CA-7D8E-46A2-8257-041C27E451E9}" dt="2026-03-15T07:20:14.113" v="1503" actId="164"/>
          <ac:picMkLst>
            <pc:docMk/>
            <pc:sldMk cId="3501440110" sldId="260"/>
            <ac:picMk id="12" creationId="{88BF1F0E-DAA6-4143-8C27-E5C7D83309EA}"/>
          </ac:picMkLst>
        </pc:picChg>
        <pc:picChg chg="add del mod">
          <ac:chgData name="성욱 진" userId="f47a80d7871cb125" providerId="LiveId" clId="{F67979CA-7D8E-46A2-8257-041C27E451E9}" dt="2026-03-15T07:20:18.547" v="1504" actId="478"/>
          <ac:picMkLst>
            <pc:docMk/>
            <pc:sldMk cId="3501440110" sldId="260"/>
            <ac:picMk id="13" creationId="{90712273-A78E-40EA-9344-BAF517B3B478}"/>
          </ac:picMkLst>
        </pc:picChg>
        <pc:picChg chg="del mod topLvl">
          <ac:chgData name="성욱 진" userId="f47a80d7871cb125" providerId="LiveId" clId="{F67979CA-7D8E-46A2-8257-041C27E451E9}" dt="2026-03-15T07:17:55.220" v="1478" actId="478"/>
          <ac:picMkLst>
            <pc:docMk/>
            <pc:sldMk cId="3501440110" sldId="260"/>
            <ac:picMk id="16" creationId="{01CE15FF-151D-4D07-A105-517A10D267D9}"/>
          </ac:picMkLst>
        </pc:picChg>
        <pc:picChg chg="add mod">
          <ac:chgData name="성욱 진" userId="f47a80d7871cb125" providerId="LiveId" clId="{F67979CA-7D8E-46A2-8257-041C27E451E9}" dt="2026-03-15T07:54:00.152" v="2600" actId="164"/>
          <ac:picMkLst>
            <pc:docMk/>
            <pc:sldMk cId="3501440110" sldId="260"/>
            <ac:picMk id="19" creationId="{349BE452-87D7-4E42-9CB3-68461FDDFEA3}"/>
          </ac:picMkLst>
        </pc:picChg>
        <pc:picChg chg="add del mod">
          <ac:chgData name="성욱 진" userId="f47a80d7871cb125" providerId="LiveId" clId="{F67979CA-7D8E-46A2-8257-041C27E451E9}" dt="2026-03-15T07:41:37.230" v="1927" actId="478"/>
          <ac:picMkLst>
            <pc:docMk/>
            <pc:sldMk cId="3501440110" sldId="260"/>
            <ac:picMk id="40" creationId="{EE63411A-C000-4D4A-9305-57A57EF3EC1B}"/>
          </ac:picMkLst>
        </pc:picChg>
        <pc:picChg chg="add mod">
          <ac:chgData name="성욱 진" userId="f47a80d7871cb125" providerId="LiveId" clId="{F67979CA-7D8E-46A2-8257-041C27E451E9}" dt="2026-03-15T07:54:00.152" v="2600" actId="164"/>
          <ac:picMkLst>
            <pc:docMk/>
            <pc:sldMk cId="3501440110" sldId="260"/>
            <ac:picMk id="42" creationId="{F894DF6A-B78E-4997-83AE-373ADA68AF5D}"/>
          </ac:picMkLst>
        </pc:picChg>
        <pc:picChg chg="mod">
          <ac:chgData name="성욱 진" userId="f47a80d7871cb125" providerId="LiveId" clId="{F67979CA-7D8E-46A2-8257-041C27E451E9}" dt="2026-03-15T07:45:30.354" v="2225" actId="571"/>
          <ac:picMkLst>
            <pc:docMk/>
            <pc:sldMk cId="3501440110" sldId="260"/>
            <ac:picMk id="59" creationId="{119801F2-45F1-4AF3-9F77-5DEB9406D43E}"/>
          </ac:picMkLst>
        </pc:picChg>
        <pc:picChg chg="mod">
          <ac:chgData name="성욱 진" userId="f47a80d7871cb125" providerId="LiveId" clId="{F67979CA-7D8E-46A2-8257-041C27E451E9}" dt="2026-03-15T07:45:33.172" v="2227" actId="571"/>
          <ac:picMkLst>
            <pc:docMk/>
            <pc:sldMk cId="3501440110" sldId="260"/>
            <ac:picMk id="63" creationId="{88457144-4E69-4B96-BA49-422E449505B3}"/>
          </ac:picMkLst>
        </pc:picChg>
        <pc:picChg chg="mod topLvl">
          <ac:chgData name="성욱 진" userId="f47a80d7871cb125" providerId="LiveId" clId="{F67979CA-7D8E-46A2-8257-041C27E451E9}" dt="2026-03-15T07:46:15.600" v="2264" actId="164"/>
          <ac:picMkLst>
            <pc:docMk/>
            <pc:sldMk cId="3501440110" sldId="260"/>
            <ac:picMk id="67" creationId="{DBC4412F-DD4D-4CDC-B7DD-CD918E82E2E9}"/>
          </ac:picMkLst>
        </pc:picChg>
        <pc:picChg chg="mod">
          <ac:chgData name="성욱 진" userId="f47a80d7871cb125" providerId="LiveId" clId="{F67979CA-7D8E-46A2-8257-041C27E451E9}" dt="2026-03-15T07:46:46.409" v="2279" actId="571"/>
          <ac:picMkLst>
            <pc:docMk/>
            <pc:sldMk cId="3501440110" sldId="260"/>
            <ac:picMk id="81" creationId="{5B248563-0347-4998-9DD1-0653A96EE189}"/>
          </ac:picMkLst>
        </pc:picChg>
        <pc:picChg chg="add mod">
          <ac:chgData name="성욱 진" userId="f47a80d7871cb125" providerId="LiveId" clId="{F67979CA-7D8E-46A2-8257-041C27E451E9}" dt="2026-03-15T07:58:13.836" v="2736" actId="1076"/>
          <ac:picMkLst>
            <pc:docMk/>
            <pc:sldMk cId="3501440110" sldId="260"/>
            <ac:picMk id="108" creationId="{57773407-A1DF-49AF-99DA-55C1C91FF923}"/>
          </ac:picMkLst>
        </pc:picChg>
        <pc:picChg chg="add mod">
          <ac:chgData name="성욱 진" userId="f47a80d7871cb125" providerId="LiveId" clId="{F67979CA-7D8E-46A2-8257-041C27E451E9}" dt="2026-03-15T07:58:05.435" v="2735" actId="164"/>
          <ac:picMkLst>
            <pc:docMk/>
            <pc:sldMk cId="3501440110" sldId="260"/>
            <ac:picMk id="110" creationId="{48446041-3AA6-4A9A-9698-C5DAFA614E79}"/>
          </ac:picMkLst>
        </pc:picChg>
        <pc:picChg chg="add del">
          <ac:chgData name="성욱 진" userId="f47a80d7871cb125" providerId="LiveId" clId="{F67979CA-7D8E-46A2-8257-041C27E451E9}" dt="2026-03-15T07:59:37.401" v="2741" actId="22"/>
          <ac:picMkLst>
            <pc:docMk/>
            <pc:sldMk cId="3501440110" sldId="260"/>
            <ac:picMk id="114" creationId="{98B658A7-57E6-4428-B2F4-3650C9C7EB3D}"/>
          </ac:picMkLst>
        </pc:picChg>
        <pc:cxnChg chg="add mod">
          <ac:chgData name="성욱 진" userId="f47a80d7871cb125" providerId="LiveId" clId="{F67979CA-7D8E-46A2-8257-041C27E451E9}" dt="2026-03-15T07:54:01.706" v="2601" actId="164"/>
          <ac:cxnSpMkLst>
            <pc:docMk/>
            <pc:sldMk cId="3501440110" sldId="260"/>
            <ac:cxnSpMk id="28" creationId="{8D977236-ABBD-4D98-953A-9CC13509C674}"/>
          </ac:cxnSpMkLst>
        </pc:cxnChg>
        <pc:cxnChg chg="add mod">
          <ac:chgData name="성욱 진" userId="f47a80d7871cb125" providerId="LiveId" clId="{F67979CA-7D8E-46A2-8257-041C27E451E9}" dt="2026-03-15T07:54:01.706" v="2601" actId="164"/>
          <ac:cxnSpMkLst>
            <pc:docMk/>
            <pc:sldMk cId="3501440110" sldId="260"/>
            <ac:cxnSpMk id="32" creationId="{779F9BD7-3F7B-4142-8363-07737FDE6BC1}"/>
          </ac:cxnSpMkLst>
        </pc:cxnChg>
        <pc:cxnChg chg="add mod">
          <ac:chgData name="성욱 진" userId="f47a80d7871cb125" providerId="LiveId" clId="{F67979CA-7D8E-46A2-8257-041C27E451E9}" dt="2026-03-15T07:53:32.009" v="2591" actId="164"/>
          <ac:cxnSpMkLst>
            <pc:docMk/>
            <pc:sldMk cId="3501440110" sldId="260"/>
            <ac:cxnSpMk id="50" creationId="{115D9892-40E9-41B6-9C10-ED0A52A1905E}"/>
          </ac:cxnSpMkLst>
        </pc:cxnChg>
        <pc:cxnChg chg="add mod">
          <ac:chgData name="성욱 진" userId="f47a80d7871cb125" providerId="LiveId" clId="{F67979CA-7D8E-46A2-8257-041C27E451E9}" dt="2026-03-15T07:53:32.009" v="2591" actId="164"/>
          <ac:cxnSpMkLst>
            <pc:docMk/>
            <pc:sldMk cId="3501440110" sldId="260"/>
            <ac:cxnSpMk id="65" creationId="{00CE5C28-BA4E-4E17-BEE7-6AAD68E2613E}"/>
          </ac:cxnSpMkLst>
        </pc:cxnChg>
        <pc:cxnChg chg="add mod">
          <ac:chgData name="성욱 진" userId="f47a80d7871cb125" providerId="LiveId" clId="{F67979CA-7D8E-46A2-8257-041C27E451E9}" dt="2026-03-15T07:53:41.875" v="2594" actId="164"/>
          <ac:cxnSpMkLst>
            <pc:docMk/>
            <pc:sldMk cId="3501440110" sldId="260"/>
            <ac:cxnSpMk id="72" creationId="{843A2E9B-6713-4380-A476-40A97AF7264A}"/>
          </ac:cxnSpMkLst>
        </pc:cxnChg>
        <pc:cxnChg chg="add mod">
          <ac:chgData name="성욱 진" userId="f47a80d7871cb125" providerId="LiveId" clId="{F67979CA-7D8E-46A2-8257-041C27E451E9}" dt="2026-03-15T07:53:41.875" v="2594" actId="164"/>
          <ac:cxnSpMkLst>
            <pc:docMk/>
            <pc:sldMk cId="3501440110" sldId="260"/>
            <ac:cxnSpMk id="79" creationId="{D3E92BC4-5C46-4068-A8B4-A22DFCEFE429}"/>
          </ac:cxnSpMkLst>
        </pc:cxnChg>
        <pc:cxnChg chg="add del mod">
          <ac:chgData name="성욱 진" userId="f47a80d7871cb125" providerId="LiveId" clId="{F67979CA-7D8E-46A2-8257-041C27E451E9}" dt="2026-03-15T07:54:43.795" v="2609" actId="478"/>
          <ac:cxnSpMkLst>
            <pc:docMk/>
            <pc:sldMk cId="3501440110" sldId="260"/>
            <ac:cxnSpMk id="99" creationId="{F712A263-2B79-4B58-AA04-32279AC13D96}"/>
          </ac:cxnSpMkLst>
        </pc:cxnChg>
        <pc:cxnChg chg="add mod">
          <ac:chgData name="성욱 진" userId="f47a80d7871cb125" providerId="LiveId" clId="{F67979CA-7D8E-46A2-8257-041C27E451E9}" dt="2026-03-15T07:58:05.435" v="2735" actId="164"/>
          <ac:cxnSpMkLst>
            <pc:docMk/>
            <pc:sldMk cId="3501440110" sldId="260"/>
            <ac:cxnSpMk id="105" creationId="{D06AA5B4-D6C5-479F-9364-976DBFE015D8}"/>
          </ac:cxnSpMkLst>
        </pc:cxnChg>
      </pc:sldChg>
      <pc:sldChg chg="addSp delSp modSp new mod modClrScheme chgLayout">
        <pc:chgData name="성욱 진" userId="f47a80d7871cb125" providerId="LiveId" clId="{F67979CA-7D8E-46A2-8257-041C27E451E9}" dt="2026-03-15T12:38:30.628" v="4776" actId="2710"/>
        <pc:sldMkLst>
          <pc:docMk/>
          <pc:sldMk cId="2388758371" sldId="261"/>
        </pc:sldMkLst>
        <pc:spChg chg="add mod">
          <ac:chgData name="성욱 진" userId="f47a80d7871cb125" providerId="LiveId" clId="{F67979CA-7D8E-46A2-8257-041C27E451E9}" dt="2026-03-15T08:03:24.243" v="2807" actId="20577"/>
          <ac:spMkLst>
            <pc:docMk/>
            <pc:sldMk cId="2388758371" sldId="261"/>
            <ac:spMk id="2" creationId="{CFCA079C-1A6F-4284-A3C7-9BF9A2B90284}"/>
          </ac:spMkLst>
        </pc:spChg>
        <pc:spChg chg="add mod">
          <ac:chgData name="성욱 진" userId="f47a80d7871cb125" providerId="LiveId" clId="{F67979CA-7D8E-46A2-8257-041C27E451E9}" dt="2026-03-15T10:27:59.347" v="3185" actId="20577"/>
          <ac:spMkLst>
            <pc:docMk/>
            <pc:sldMk cId="2388758371" sldId="261"/>
            <ac:spMk id="3" creationId="{D1F7DCDE-0FC4-49BB-A344-F30DEFEF8838}"/>
          </ac:spMkLst>
        </pc:spChg>
        <pc:spChg chg="add mod topLvl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4" creationId="{69B64887-4369-467C-BF4B-EEE6AEBEE192}"/>
          </ac:spMkLst>
        </pc:spChg>
        <pc:spChg chg="add del mod">
          <ac:chgData name="성욱 진" userId="f47a80d7871cb125" providerId="LiveId" clId="{F67979CA-7D8E-46A2-8257-041C27E451E9}" dt="2026-03-15T09:47:33.243" v="2815" actId="478"/>
          <ac:spMkLst>
            <pc:docMk/>
            <pc:sldMk cId="2388758371" sldId="261"/>
            <ac:spMk id="5" creationId="{EC0CBF66-21E1-421E-A8C0-6872B18EE828}"/>
          </ac:spMkLst>
        </pc:spChg>
        <pc:spChg chg="add del mod">
          <ac:chgData name="성욱 진" userId="f47a80d7871cb125" providerId="LiveId" clId="{F67979CA-7D8E-46A2-8257-041C27E451E9}" dt="2026-03-15T09:47:33.243" v="2815" actId="478"/>
          <ac:spMkLst>
            <pc:docMk/>
            <pc:sldMk cId="2388758371" sldId="261"/>
            <ac:spMk id="6" creationId="{30AADA18-58C8-468E-AA5F-3481C52F1C1C}"/>
          </ac:spMkLst>
        </pc:spChg>
        <pc:spChg chg="add del mod">
          <ac:chgData name="성욱 진" userId="f47a80d7871cb125" providerId="LiveId" clId="{F67979CA-7D8E-46A2-8257-041C27E451E9}" dt="2026-03-15T09:47:33.243" v="2815" actId="478"/>
          <ac:spMkLst>
            <pc:docMk/>
            <pc:sldMk cId="2388758371" sldId="261"/>
            <ac:spMk id="7" creationId="{716730AB-DE4A-4317-A925-98F0725ADE2D}"/>
          </ac:spMkLst>
        </pc:spChg>
        <pc:spChg chg="add del mod">
          <ac:chgData name="성욱 진" userId="f47a80d7871cb125" providerId="LiveId" clId="{F67979CA-7D8E-46A2-8257-041C27E451E9}" dt="2026-03-15T09:49:20.237" v="2835" actId="478"/>
          <ac:spMkLst>
            <pc:docMk/>
            <pc:sldMk cId="2388758371" sldId="261"/>
            <ac:spMk id="8" creationId="{5420E4CE-5F85-42E6-818A-6ECBA845852F}"/>
          </ac:spMkLst>
        </pc:spChg>
        <pc:spChg chg="add mod">
          <ac:chgData name="성욱 진" userId="f47a80d7871cb125" providerId="LiveId" clId="{F67979CA-7D8E-46A2-8257-041C27E451E9}" dt="2026-03-15T09:47:41.541" v="2819" actId="571"/>
          <ac:spMkLst>
            <pc:docMk/>
            <pc:sldMk cId="2388758371" sldId="261"/>
            <ac:spMk id="9" creationId="{4BB6EA6F-5143-4C2B-BA4C-680359F4B408}"/>
          </ac:spMkLst>
        </pc:spChg>
        <pc:spChg chg="add del mod">
          <ac:chgData name="성욱 진" userId="f47a80d7871cb125" providerId="LiveId" clId="{F67979CA-7D8E-46A2-8257-041C27E451E9}" dt="2026-03-15T09:49:20.237" v="2835" actId="478"/>
          <ac:spMkLst>
            <pc:docMk/>
            <pc:sldMk cId="2388758371" sldId="261"/>
            <ac:spMk id="10" creationId="{05686575-C190-464A-AC70-EAAAE90B903F}"/>
          </ac:spMkLst>
        </pc:spChg>
        <pc:spChg chg="add del mod">
          <ac:chgData name="성욱 진" userId="f47a80d7871cb125" providerId="LiveId" clId="{F67979CA-7D8E-46A2-8257-041C27E451E9}" dt="2026-03-15T09:49:20.237" v="2835" actId="478"/>
          <ac:spMkLst>
            <pc:docMk/>
            <pc:sldMk cId="2388758371" sldId="261"/>
            <ac:spMk id="11" creationId="{2CA49B34-5308-4951-93EF-9CC62C8704DC}"/>
          </ac:spMkLst>
        </pc:spChg>
        <pc:spChg chg="add mod topLvl">
          <ac:chgData name="성욱 진" userId="f47a80d7871cb125" providerId="LiveId" clId="{F67979CA-7D8E-46A2-8257-041C27E451E9}" dt="2026-03-15T10:00:28.676" v="3164" actId="164"/>
          <ac:spMkLst>
            <pc:docMk/>
            <pc:sldMk cId="2388758371" sldId="261"/>
            <ac:spMk id="12" creationId="{B31ECD0C-B80F-44A1-8921-E6075E66DC35}"/>
          </ac:spMkLst>
        </pc:spChg>
        <pc:spChg chg="add mod">
          <ac:chgData name="성욱 진" userId="f47a80d7871cb125" providerId="LiveId" clId="{F67979CA-7D8E-46A2-8257-041C27E451E9}" dt="2026-03-15T09:49:52.510" v="2841" actId="571"/>
          <ac:spMkLst>
            <pc:docMk/>
            <pc:sldMk cId="2388758371" sldId="261"/>
            <ac:spMk id="13" creationId="{BB90AB14-56A1-4775-8331-2F8F235D802C}"/>
          </ac:spMkLst>
        </pc:spChg>
        <pc:spChg chg="add mod">
          <ac:chgData name="성욱 진" userId="f47a80d7871cb125" providerId="LiveId" clId="{F67979CA-7D8E-46A2-8257-041C27E451E9}" dt="2026-03-15T09:49:52.510" v="2841" actId="571"/>
          <ac:spMkLst>
            <pc:docMk/>
            <pc:sldMk cId="2388758371" sldId="261"/>
            <ac:spMk id="14" creationId="{AC4B06E4-D10F-43CB-9BDC-93CD452EE3C2}"/>
          </ac:spMkLst>
        </pc:spChg>
        <pc:spChg chg="mod">
          <ac:chgData name="성욱 진" userId="f47a80d7871cb125" providerId="LiveId" clId="{F67979CA-7D8E-46A2-8257-041C27E451E9}" dt="2026-03-15T09:49:55.515" v="2843" actId="571"/>
          <ac:spMkLst>
            <pc:docMk/>
            <pc:sldMk cId="2388758371" sldId="261"/>
            <ac:spMk id="17" creationId="{38144BB0-861D-4269-8F7B-2CC5C8526A8F}"/>
          </ac:spMkLst>
        </pc:spChg>
        <pc:spChg chg="mod">
          <ac:chgData name="성욱 진" userId="f47a80d7871cb125" providerId="LiveId" clId="{F67979CA-7D8E-46A2-8257-041C27E451E9}" dt="2026-03-15T09:49:55.515" v="2843" actId="571"/>
          <ac:spMkLst>
            <pc:docMk/>
            <pc:sldMk cId="2388758371" sldId="261"/>
            <ac:spMk id="18" creationId="{3106CE72-6E91-4FFC-B77C-4D0025DBF912}"/>
          </ac:spMkLst>
        </pc:spChg>
        <pc:spChg chg="mod">
          <ac:chgData name="성욱 진" userId="f47a80d7871cb125" providerId="LiveId" clId="{F67979CA-7D8E-46A2-8257-041C27E451E9}" dt="2026-03-15T09:49:56.901" v="2844" actId="571"/>
          <ac:spMkLst>
            <pc:docMk/>
            <pc:sldMk cId="2388758371" sldId="261"/>
            <ac:spMk id="20" creationId="{2C1629B3-8D17-4F5D-B91A-9E28F10B5ED9}"/>
          </ac:spMkLst>
        </pc:spChg>
        <pc:spChg chg="mod">
          <ac:chgData name="성욱 진" userId="f47a80d7871cb125" providerId="LiveId" clId="{F67979CA-7D8E-46A2-8257-041C27E451E9}" dt="2026-03-15T09:49:56.901" v="2844" actId="571"/>
          <ac:spMkLst>
            <pc:docMk/>
            <pc:sldMk cId="2388758371" sldId="261"/>
            <ac:spMk id="21" creationId="{AE2E8F53-5F7F-47F5-BAC6-02B76EF11DD1}"/>
          </ac:spMkLst>
        </pc:spChg>
        <pc:spChg chg="mod">
          <ac:chgData name="성욱 진" userId="f47a80d7871cb125" providerId="LiveId" clId="{F67979CA-7D8E-46A2-8257-041C27E451E9}" dt="2026-03-15T09:49:58.349" v="2845" actId="571"/>
          <ac:spMkLst>
            <pc:docMk/>
            <pc:sldMk cId="2388758371" sldId="261"/>
            <ac:spMk id="23" creationId="{10F38CD3-40E4-4942-9A40-11A4D2AE90DF}"/>
          </ac:spMkLst>
        </pc:spChg>
        <pc:spChg chg="mod">
          <ac:chgData name="성욱 진" userId="f47a80d7871cb125" providerId="LiveId" clId="{F67979CA-7D8E-46A2-8257-041C27E451E9}" dt="2026-03-15T09:49:58.349" v="2845" actId="571"/>
          <ac:spMkLst>
            <pc:docMk/>
            <pc:sldMk cId="2388758371" sldId="261"/>
            <ac:spMk id="24" creationId="{BC3131AC-4338-4790-9ACC-9A1BB4DA22A6}"/>
          </ac:spMkLst>
        </pc:spChg>
        <pc:spChg chg="add mod">
          <ac:chgData name="성욱 진" userId="f47a80d7871cb125" providerId="LiveId" clId="{F67979CA-7D8E-46A2-8257-041C27E451E9}" dt="2026-03-15T10:36:47.982" v="4164" actId="408"/>
          <ac:spMkLst>
            <pc:docMk/>
            <pc:sldMk cId="2388758371" sldId="261"/>
            <ac:spMk id="25" creationId="{1AA9A76B-BBBF-456A-9B1D-79130F824594}"/>
          </ac:spMkLst>
        </pc:spChg>
        <pc:spChg chg="add mod">
          <ac:chgData name="성욱 진" userId="f47a80d7871cb125" providerId="LiveId" clId="{F67979CA-7D8E-46A2-8257-041C27E451E9}" dt="2026-03-15T10:36:47.982" v="4164" actId="408"/>
          <ac:spMkLst>
            <pc:docMk/>
            <pc:sldMk cId="2388758371" sldId="261"/>
            <ac:spMk id="26" creationId="{332EB7E0-4763-4B3F-96C8-5083F8B3A7D1}"/>
          </ac:spMkLst>
        </pc:spChg>
        <pc:spChg chg="add mod">
          <ac:chgData name="성욱 진" userId="f47a80d7871cb125" providerId="LiveId" clId="{F67979CA-7D8E-46A2-8257-041C27E451E9}" dt="2026-03-15T10:36:47.982" v="4164" actId="408"/>
          <ac:spMkLst>
            <pc:docMk/>
            <pc:sldMk cId="2388758371" sldId="261"/>
            <ac:spMk id="27" creationId="{0D49FD3E-A54A-4B82-8F7C-FF9C1F828B9E}"/>
          </ac:spMkLst>
        </pc:spChg>
        <pc:spChg chg="add mod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28" creationId="{7FBBC328-34E7-4E8A-BA4A-F1821C6283B7}"/>
          </ac:spMkLst>
        </pc:spChg>
        <pc:spChg chg="add mod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29" creationId="{10C94CDA-9E79-40F3-A54F-33C49DC5FD21}"/>
          </ac:spMkLst>
        </pc:spChg>
        <pc:spChg chg="add mod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30" creationId="{493EF1D3-F706-4AE4-97FE-51F587C496C4}"/>
          </ac:spMkLst>
        </pc:spChg>
        <pc:spChg chg="add mod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33" creationId="{F04FCFC7-CC81-4DEC-ACDB-A91B9D96057A}"/>
          </ac:spMkLst>
        </pc:spChg>
        <pc:spChg chg="add mod">
          <ac:chgData name="성욱 진" userId="f47a80d7871cb125" providerId="LiveId" clId="{F67979CA-7D8E-46A2-8257-041C27E451E9}" dt="2026-03-15T09:56:37.944" v="2990" actId="571"/>
          <ac:spMkLst>
            <pc:docMk/>
            <pc:sldMk cId="2388758371" sldId="261"/>
            <ac:spMk id="36" creationId="{51A8A3EF-724F-4263-9CF7-3D166C1F27D7}"/>
          </ac:spMkLst>
        </pc:spChg>
        <pc:spChg chg="add mod">
          <ac:chgData name="성욱 진" userId="f47a80d7871cb125" providerId="LiveId" clId="{F67979CA-7D8E-46A2-8257-041C27E451E9}" dt="2026-03-15T09:56:37.944" v="2990" actId="571"/>
          <ac:spMkLst>
            <pc:docMk/>
            <pc:sldMk cId="2388758371" sldId="261"/>
            <ac:spMk id="37" creationId="{A30C98DF-1BA1-4514-9556-CD2A9021AAE7}"/>
          </ac:spMkLst>
        </pc:spChg>
        <pc:spChg chg="add mod">
          <ac:chgData name="성욱 진" userId="f47a80d7871cb125" providerId="LiveId" clId="{F67979CA-7D8E-46A2-8257-041C27E451E9}" dt="2026-03-15T10:36:37.298" v="4162" actId="164"/>
          <ac:spMkLst>
            <pc:docMk/>
            <pc:sldMk cId="2388758371" sldId="261"/>
            <ac:spMk id="38" creationId="{040E60DB-A0CA-4099-8C66-BE37FDBAE63C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1" creationId="{D932B48C-B35B-4F43-9059-3A0FE5B18C00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2" creationId="{AC905EE5-34BC-4000-A1E3-A10D09DA3C12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3" creationId="{A0658E24-4C6F-4EA5-9265-39995E04690A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4" creationId="{40390687-81AD-48C9-A874-446D6608AC84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5" creationId="{9AA08A7D-EA7A-4802-9FA0-C8A525A9957D}"/>
          </ac:spMkLst>
        </pc:spChg>
        <pc:spChg chg="add mod">
          <ac:chgData name="성욱 진" userId="f47a80d7871cb125" providerId="LiveId" clId="{F67979CA-7D8E-46A2-8257-041C27E451E9}" dt="2026-03-15T10:32:00.010" v="3360" actId="571"/>
          <ac:spMkLst>
            <pc:docMk/>
            <pc:sldMk cId="2388758371" sldId="261"/>
            <ac:spMk id="46" creationId="{1568366D-9A73-40D2-8A20-8C8298D9DD61}"/>
          </ac:spMkLst>
        </pc:spChg>
        <pc:spChg chg="add mod topLvl">
          <ac:chgData name="성욱 진" userId="f47a80d7871cb125" providerId="LiveId" clId="{F67979CA-7D8E-46A2-8257-041C27E451E9}" dt="2026-03-15T10:37:31.174" v="4173" actId="164"/>
          <ac:spMkLst>
            <pc:docMk/>
            <pc:sldMk cId="2388758371" sldId="261"/>
            <ac:spMk id="47" creationId="{941D5437-97D4-469D-B5F7-1FCADA395D1E}"/>
          </ac:spMkLst>
        </pc:spChg>
        <pc:spChg chg="add mod topLvl">
          <ac:chgData name="성욱 진" userId="f47a80d7871cb125" providerId="LiveId" clId="{F67979CA-7D8E-46A2-8257-041C27E451E9}" dt="2026-03-15T10:37:31.174" v="4173" actId="164"/>
          <ac:spMkLst>
            <pc:docMk/>
            <pc:sldMk cId="2388758371" sldId="261"/>
            <ac:spMk id="48" creationId="{F1E82E39-9D6B-4D44-93BC-B717031640EC}"/>
          </ac:spMkLst>
        </pc:spChg>
        <pc:spChg chg="add mod topLvl">
          <ac:chgData name="성욱 진" userId="f47a80d7871cb125" providerId="LiveId" clId="{F67979CA-7D8E-46A2-8257-041C27E451E9}" dt="2026-03-15T10:37:31.174" v="4173" actId="164"/>
          <ac:spMkLst>
            <pc:docMk/>
            <pc:sldMk cId="2388758371" sldId="261"/>
            <ac:spMk id="49" creationId="{D0997950-5AA2-4AB0-AEE3-D6D93E6A6F2C}"/>
          </ac:spMkLst>
        </pc:spChg>
        <pc:spChg chg="add mod topLvl">
          <ac:chgData name="성욱 진" userId="f47a80d7871cb125" providerId="LiveId" clId="{F67979CA-7D8E-46A2-8257-041C27E451E9}" dt="2026-03-15T10:37:31.174" v="4173" actId="164"/>
          <ac:spMkLst>
            <pc:docMk/>
            <pc:sldMk cId="2388758371" sldId="261"/>
            <ac:spMk id="50" creationId="{63E833FD-49CD-48DB-8D1C-5DD431EFF422}"/>
          </ac:spMkLst>
        </pc:spChg>
        <pc:spChg chg="add mod topLvl">
          <ac:chgData name="성욱 진" userId="f47a80d7871cb125" providerId="LiveId" clId="{F67979CA-7D8E-46A2-8257-041C27E451E9}" dt="2026-03-15T10:37:31.174" v="4173" actId="164"/>
          <ac:spMkLst>
            <pc:docMk/>
            <pc:sldMk cId="2388758371" sldId="261"/>
            <ac:spMk id="51" creationId="{E3405D4B-B2A5-4F72-BBB7-A3392AD8C97A}"/>
          </ac:spMkLst>
        </pc:spChg>
        <pc:spChg chg="add mod topLvl">
          <ac:chgData name="성욱 진" userId="f47a80d7871cb125" providerId="LiveId" clId="{F67979CA-7D8E-46A2-8257-041C27E451E9}" dt="2026-03-15T11:59:27.275" v="4254" actId="20577"/>
          <ac:spMkLst>
            <pc:docMk/>
            <pc:sldMk cId="2388758371" sldId="261"/>
            <ac:spMk id="52" creationId="{2287A0E2-BC2A-4D22-9A69-5A548C8825A3}"/>
          </ac:spMkLst>
        </pc:spChg>
        <pc:spChg chg="mod topLvl">
          <ac:chgData name="성욱 진" userId="f47a80d7871cb125" providerId="LiveId" clId="{F67979CA-7D8E-46A2-8257-041C27E451E9}" dt="2026-03-15T11:55:04.260" v="4206" actId="12789"/>
          <ac:spMkLst>
            <pc:docMk/>
            <pc:sldMk cId="2388758371" sldId="261"/>
            <ac:spMk id="54" creationId="{132D0BF0-2837-40D8-B9A5-3CD6EC7C06F1}"/>
          </ac:spMkLst>
        </pc:spChg>
        <pc:spChg chg="add mod topLvl">
          <ac:chgData name="성욱 진" userId="f47a80d7871cb125" providerId="LiveId" clId="{F67979CA-7D8E-46A2-8257-041C27E451E9}" dt="2026-03-15T10:39:39.647" v="4194" actId="164"/>
          <ac:spMkLst>
            <pc:docMk/>
            <pc:sldMk cId="2388758371" sldId="261"/>
            <ac:spMk id="56" creationId="{82FF3BFB-4A8E-44E3-B7DB-4BE3321F2C50}"/>
          </ac:spMkLst>
        </pc:spChg>
        <pc:spChg chg="add mod topLvl">
          <ac:chgData name="성욱 진" userId="f47a80d7871cb125" providerId="LiveId" clId="{F67979CA-7D8E-46A2-8257-041C27E451E9}" dt="2026-03-15T10:39:39.647" v="4194" actId="164"/>
          <ac:spMkLst>
            <pc:docMk/>
            <pc:sldMk cId="2388758371" sldId="261"/>
            <ac:spMk id="57" creationId="{785FA149-D933-45F2-B187-2F99FE01BB44}"/>
          </ac:spMkLst>
        </pc:spChg>
        <pc:spChg chg="add mod topLvl">
          <ac:chgData name="성욱 진" userId="f47a80d7871cb125" providerId="LiveId" clId="{F67979CA-7D8E-46A2-8257-041C27E451E9}" dt="2026-03-15T10:39:39.647" v="4194" actId="164"/>
          <ac:spMkLst>
            <pc:docMk/>
            <pc:sldMk cId="2388758371" sldId="261"/>
            <ac:spMk id="58" creationId="{CEE48E3C-E82F-4293-B532-8B167AF12D10}"/>
          </ac:spMkLst>
        </pc:spChg>
        <pc:spChg chg="add mod topLvl">
          <ac:chgData name="성욱 진" userId="f47a80d7871cb125" providerId="LiveId" clId="{F67979CA-7D8E-46A2-8257-041C27E451E9}" dt="2026-03-15T10:39:39.647" v="4194" actId="164"/>
          <ac:spMkLst>
            <pc:docMk/>
            <pc:sldMk cId="2388758371" sldId="261"/>
            <ac:spMk id="59" creationId="{326EF20D-E5C5-4F71-8D2D-CC6A9EA5AEE6}"/>
          </ac:spMkLst>
        </pc:spChg>
        <pc:spChg chg="add mod topLvl">
          <ac:chgData name="성욱 진" userId="f47a80d7871cb125" providerId="LiveId" clId="{F67979CA-7D8E-46A2-8257-041C27E451E9}" dt="2026-03-15T10:39:39.647" v="4194" actId="164"/>
          <ac:spMkLst>
            <pc:docMk/>
            <pc:sldMk cId="2388758371" sldId="261"/>
            <ac:spMk id="60" creationId="{A3EF5E87-E0E9-4F45-88A8-A55A2AC50B0B}"/>
          </ac:spMkLst>
        </pc:spChg>
        <pc:spChg chg="add mod topLvl">
          <ac:chgData name="성욱 진" userId="f47a80d7871cb125" providerId="LiveId" clId="{F67979CA-7D8E-46A2-8257-041C27E451E9}" dt="2026-03-15T11:59:33.121" v="4263" actId="20577"/>
          <ac:spMkLst>
            <pc:docMk/>
            <pc:sldMk cId="2388758371" sldId="261"/>
            <ac:spMk id="61" creationId="{E369F5E7-3F29-4654-87B1-3899CABAF816}"/>
          </ac:spMkLst>
        </pc:spChg>
        <pc:spChg chg="mod topLvl">
          <ac:chgData name="성욱 진" userId="f47a80d7871cb125" providerId="LiveId" clId="{F67979CA-7D8E-46A2-8257-041C27E451E9}" dt="2026-03-15T10:39:34.223" v="4193" actId="164"/>
          <ac:spMkLst>
            <pc:docMk/>
            <pc:sldMk cId="2388758371" sldId="261"/>
            <ac:spMk id="63" creationId="{22349C74-3D25-4302-A5CE-6FF90085D446}"/>
          </ac:spMkLst>
        </pc:spChg>
        <pc:spChg chg="add mod topLvl">
          <ac:chgData name="성욱 진" userId="f47a80d7871cb125" providerId="LiveId" clId="{F67979CA-7D8E-46A2-8257-041C27E451E9}" dt="2026-03-15T11:55:12.847" v="4207" actId="165"/>
          <ac:spMkLst>
            <pc:docMk/>
            <pc:sldMk cId="2388758371" sldId="261"/>
            <ac:spMk id="65" creationId="{B7D0CB71-6003-47D5-B292-6F58D5C1BA41}"/>
          </ac:spMkLst>
        </pc:spChg>
        <pc:spChg chg="add mod topLvl">
          <ac:chgData name="성욱 진" userId="f47a80d7871cb125" providerId="LiveId" clId="{F67979CA-7D8E-46A2-8257-041C27E451E9}" dt="2026-03-15T11:55:27.125" v="4212" actId="20577"/>
          <ac:spMkLst>
            <pc:docMk/>
            <pc:sldMk cId="2388758371" sldId="261"/>
            <ac:spMk id="66" creationId="{55204703-DD5E-4061-9F74-81F2EA06A2BF}"/>
          </ac:spMkLst>
        </pc:spChg>
        <pc:spChg chg="add mod topLvl">
          <ac:chgData name="성욱 진" userId="f47a80d7871cb125" providerId="LiveId" clId="{F67979CA-7D8E-46A2-8257-041C27E451E9}" dt="2026-03-15T11:55:12.847" v="4207" actId="165"/>
          <ac:spMkLst>
            <pc:docMk/>
            <pc:sldMk cId="2388758371" sldId="261"/>
            <ac:spMk id="67" creationId="{50626933-DAC7-454E-9708-DB194A63B645}"/>
          </ac:spMkLst>
        </pc:spChg>
        <pc:spChg chg="add mod topLvl">
          <ac:chgData name="성욱 진" userId="f47a80d7871cb125" providerId="LiveId" clId="{F67979CA-7D8E-46A2-8257-041C27E451E9}" dt="2026-03-15T11:55:12.847" v="4207" actId="165"/>
          <ac:spMkLst>
            <pc:docMk/>
            <pc:sldMk cId="2388758371" sldId="261"/>
            <ac:spMk id="68" creationId="{971FBD03-DDB2-4B77-8649-695F376460CF}"/>
          </ac:spMkLst>
        </pc:spChg>
        <pc:spChg chg="add mod topLvl">
          <ac:chgData name="성욱 진" userId="f47a80d7871cb125" providerId="LiveId" clId="{F67979CA-7D8E-46A2-8257-041C27E451E9}" dt="2026-03-15T12:38:30.628" v="4776" actId="2710"/>
          <ac:spMkLst>
            <pc:docMk/>
            <pc:sldMk cId="2388758371" sldId="261"/>
            <ac:spMk id="69" creationId="{1D9031FA-9DBD-4B45-99EC-8A2D0412748E}"/>
          </ac:spMkLst>
        </pc:spChg>
        <pc:spChg chg="add mod topLvl">
          <ac:chgData name="성욱 진" userId="f47a80d7871cb125" providerId="LiveId" clId="{F67979CA-7D8E-46A2-8257-041C27E451E9}" dt="2026-03-15T11:55:12.847" v="4207" actId="165"/>
          <ac:spMkLst>
            <pc:docMk/>
            <pc:sldMk cId="2388758371" sldId="261"/>
            <ac:spMk id="70" creationId="{D5D3B544-407F-4997-BB1C-BC6DEC9E990F}"/>
          </ac:spMkLst>
        </pc:spChg>
        <pc:spChg chg="mod topLvl">
          <ac:chgData name="성욱 진" userId="f47a80d7871cb125" providerId="LiveId" clId="{F67979CA-7D8E-46A2-8257-041C27E451E9}" dt="2026-03-15T11:55:25.282" v="4210" actId="164"/>
          <ac:spMkLst>
            <pc:docMk/>
            <pc:sldMk cId="2388758371" sldId="261"/>
            <ac:spMk id="72" creationId="{98EBAEB2-6B4A-4A2E-8F52-F87999E85A74}"/>
          </ac:spMkLst>
        </pc:spChg>
        <pc:grpChg chg="add del mod">
          <ac:chgData name="성욱 진" userId="f47a80d7871cb125" providerId="LiveId" clId="{F67979CA-7D8E-46A2-8257-041C27E451E9}" dt="2026-03-15T10:00:18.952" v="3161" actId="165"/>
          <ac:grpSpMkLst>
            <pc:docMk/>
            <pc:sldMk cId="2388758371" sldId="261"/>
            <ac:grpSpMk id="15" creationId="{7B5724E0-1811-4867-AB7A-FB97D87B00C3}"/>
          </ac:grpSpMkLst>
        </pc:grpChg>
        <pc:grpChg chg="add del mod">
          <ac:chgData name="성욱 진" userId="f47a80d7871cb125" providerId="LiveId" clId="{F67979CA-7D8E-46A2-8257-041C27E451E9}" dt="2026-03-15T10:31:47.393" v="3357" actId="478"/>
          <ac:grpSpMkLst>
            <pc:docMk/>
            <pc:sldMk cId="2388758371" sldId="261"/>
            <ac:grpSpMk id="16" creationId="{10747CB8-501D-4C74-81A0-02DAE5F8325B}"/>
          </ac:grpSpMkLst>
        </pc:grpChg>
        <pc:grpChg chg="add del mod">
          <ac:chgData name="성욱 진" userId="f47a80d7871cb125" providerId="LiveId" clId="{F67979CA-7D8E-46A2-8257-041C27E451E9}" dt="2026-03-15T10:31:47.393" v="3357" actId="478"/>
          <ac:grpSpMkLst>
            <pc:docMk/>
            <pc:sldMk cId="2388758371" sldId="261"/>
            <ac:grpSpMk id="19" creationId="{405DACF9-4950-4139-9BA9-A006D5D4528E}"/>
          </ac:grpSpMkLst>
        </pc:grpChg>
        <pc:grpChg chg="add del mod">
          <ac:chgData name="성욱 진" userId="f47a80d7871cb125" providerId="LiveId" clId="{F67979CA-7D8E-46A2-8257-041C27E451E9}" dt="2026-03-15T10:31:47.393" v="3357" actId="478"/>
          <ac:grpSpMkLst>
            <pc:docMk/>
            <pc:sldMk cId="2388758371" sldId="261"/>
            <ac:grpSpMk id="22" creationId="{6DAC5291-4AB2-44D8-9A34-9EBB398D5D9C}"/>
          </ac:grpSpMkLst>
        </pc:grpChg>
        <pc:grpChg chg="add mod">
          <ac:chgData name="성욱 진" userId="f47a80d7871cb125" providerId="LiveId" clId="{F67979CA-7D8E-46A2-8257-041C27E451E9}" dt="2026-03-15T10:36:37.298" v="4162" actId="164"/>
          <ac:grpSpMkLst>
            <pc:docMk/>
            <pc:sldMk cId="2388758371" sldId="261"/>
            <ac:grpSpMk id="40" creationId="{AEADE798-42CC-49D3-8B42-AE43665FBE71}"/>
          </ac:grpSpMkLst>
        </pc:grpChg>
        <pc:grpChg chg="add del mod">
          <ac:chgData name="성욱 진" userId="f47a80d7871cb125" providerId="LiveId" clId="{F67979CA-7D8E-46A2-8257-041C27E451E9}" dt="2026-03-15T10:37:07.822" v="4167" actId="478"/>
          <ac:grpSpMkLst>
            <pc:docMk/>
            <pc:sldMk cId="2388758371" sldId="261"/>
            <ac:grpSpMk id="53" creationId="{98A8C4E1-B643-4883-B4BD-C25213C288C5}"/>
          </ac:grpSpMkLst>
        </pc:grpChg>
        <pc:grpChg chg="add del mod">
          <ac:chgData name="성욱 진" userId="f47a80d7871cb125" providerId="LiveId" clId="{F67979CA-7D8E-46A2-8257-041C27E451E9}" dt="2026-03-15T10:37:39.871" v="4174" actId="478"/>
          <ac:grpSpMkLst>
            <pc:docMk/>
            <pc:sldMk cId="2388758371" sldId="261"/>
            <ac:grpSpMk id="62" creationId="{8ED59397-9790-4008-AF03-F0D0043B0C84}"/>
          </ac:grpSpMkLst>
        </pc:grpChg>
        <pc:grpChg chg="add del mod">
          <ac:chgData name="성욱 진" userId="f47a80d7871cb125" providerId="LiveId" clId="{F67979CA-7D8E-46A2-8257-041C27E451E9}" dt="2026-03-15T11:54:44.309" v="4198" actId="478"/>
          <ac:grpSpMkLst>
            <pc:docMk/>
            <pc:sldMk cId="2388758371" sldId="261"/>
            <ac:grpSpMk id="71" creationId="{E1E725CB-90E9-45CB-8148-A850035EF7B5}"/>
          </ac:grpSpMkLst>
        </pc:grpChg>
        <pc:grpChg chg="add mod">
          <ac:chgData name="성욱 진" userId="f47a80d7871cb125" providerId="LiveId" clId="{F67979CA-7D8E-46A2-8257-041C27E451E9}" dt="2026-03-15T10:36:06.914" v="4155" actId="164"/>
          <ac:grpSpMkLst>
            <pc:docMk/>
            <pc:sldMk cId="2388758371" sldId="261"/>
            <ac:grpSpMk id="74" creationId="{1A0F1CF4-D8E4-4A9D-B288-9E5458124687}"/>
          </ac:grpSpMkLst>
        </pc:grpChg>
        <pc:grpChg chg="add del mod">
          <ac:chgData name="성욱 진" userId="f47a80d7871cb125" providerId="LiveId" clId="{F67979CA-7D8E-46A2-8257-041C27E451E9}" dt="2026-03-15T10:37:50.689" v="4179" actId="165"/>
          <ac:grpSpMkLst>
            <pc:docMk/>
            <pc:sldMk cId="2388758371" sldId="261"/>
            <ac:grpSpMk id="75" creationId="{9ABFCA42-975A-4126-A0F4-243C4D83C7EF}"/>
          </ac:grpSpMkLst>
        </pc:grpChg>
        <pc:grpChg chg="add del mod">
          <ac:chgData name="성욱 진" userId="f47a80d7871cb125" providerId="LiveId" clId="{F67979CA-7D8E-46A2-8257-041C27E451E9}" dt="2026-03-15T11:55:12.847" v="4207" actId="165"/>
          <ac:grpSpMkLst>
            <pc:docMk/>
            <pc:sldMk cId="2388758371" sldId="261"/>
            <ac:grpSpMk id="76" creationId="{1F46D375-BF17-4390-AD8D-98F8D8D3BC0D}"/>
          </ac:grpSpMkLst>
        </pc:grpChg>
        <pc:grpChg chg="add mod">
          <ac:chgData name="성욱 진" userId="f47a80d7871cb125" providerId="LiveId" clId="{F67979CA-7D8E-46A2-8257-041C27E451E9}" dt="2026-03-15T10:36:37.298" v="4162" actId="164"/>
          <ac:grpSpMkLst>
            <pc:docMk/>
            <pc:sldMk cId="2388758371" sldId="261"/>
            <ac:grpSpMk id="77" creationId="{828D542A-E76F-4F76-834B-8ADA20F4DAE6}"/>
          </ac:grpSpMkLst>
        </pc:grpChg>
        <pc:grpChg chg="add del mod">
          <ac:chgData name="성욱 진" userId="f47a80d7871cb125" providerId="LiveId" clId="{F67979CA-7D8E-46A2-8257-041C27E451E9}" dt="2026-03-15T10:37:16.014" v="4169" actId="165"/>
          <ac:grpSpMkLst>
            <pc:docMk/>
            <pc:sldMk cId="2388758371" sldId="261"/>
            <ac:grpSpMk id="78" creationId="{5063E7EF-D155-4962-BC54-E46263645B62}"/>
          </ac:grpSpMkLst>
        </pc:grpChg>
        <pc:grpChg chg="add mod">
          <ac:chgData name="성욱 진" userId="f47a80d7871cb125" providerId="LiveId" clId="{F67979CA-7D8E-46A2-8257-041C27E451E9}" dt="2026-03-15T10:37:31.174" v="4173" actId="164"/>
          <ac:grpSpMkLst>
            <pc:docMk/>
            <pc:sldMk cId="2388758371" sldId="261"/>
            <ac:grpSpMk id="81" creationId="{14DC6402-F377-4FDD-8367-5AA482088E50}"/>
          </ac:grpSpMkLst>
        </pc:grpChg>
        <pc:grpChg chg="add mod">
          <ac:chgData name="성욱 진" userId="f47a80d7871cb125" providerId="LiveId" clId="{F67979CA-7D8E-46A2-8257-041C27E451E9}" dt="2026-03-15T10:37:31.174" v="4173" actId="164"/>
          <ac:grpSpMkLst>
            <pc:docMk/>
            <pc:sldMk cId="2388758371" sldId="261"/>
            <ac:grpSpMk id="82" creationId="{3EBC1198-DB0F-474D-BF7D-38FEA07CF7F8}"/>
          </ac:grpSpMkLst>
        </pc:grpChg>
        <pc:grpChg chg="add mod">
          <ac:chgData name="성욱 진" userId="f47a80d7871cb125" providerId="LiveId" clId="{F67979CA-7D8E-46A2-8257-041C27E451E9}" dt="2026-03-15T10:37:48.501" v="4178" actId="164"/>
          <ac:grpSpMkLst>
            <pc:docMk/>
            <pc:sldMk cId="2388758371" sldId="261"/>
            <ac:grpSpMk id="84" creationId="{59E83F2F-CDA9-47DE-ADBC-56D739CE4A30}"/>
          </ac:grpSpMkLst>
        </pc:grpChg>
        <pc:grpChg chg="add del mod topLvl">
          <ac:chgData name="성욱 진" userId="f47a80d7871cb125" providerId="LiveId" clId="{F67979CA-7D8E-46A2-8257-041C27E451E9}" dt="2026-03-15T10:39:17.531" v="4186" actId="165"/>
          <ac:grpSpMkLst>
            <pc:docMk/>
            <pc:sldMk cId="2388758371" sldId="261"/>
            <ac:grpSpMk id="85" creationId="{5778222D-3E71-4DEF-9472-4CF0C3AF0A3D}"/>
          </ac:grpSpMkLst>
        </pc:grpChg>
        <pc:grpChg chg="add del mod">
          <ac:chgData name="성욱 진" userId="f47a80d7871cb125" providerId="LiveId" clId="{F67979CA-7D8E-46A2-8257-041C27E451E9}" dt="2026-03-15T10:39:13.899" v="4185" actId="165"/>
          <ac:grpSpMkLst>
            <pc:docMk/>
            <pc:sldMk cId="2388758371" sldId="261"/>
            <ac:grpSpMk id="86" creationId="{EC4207CE-2540-41B1-83FE-1DE6EA4998F1}"/>
          </ac:grpSpMkLst>
        </pc:grpChg>
        <pc:grpChg chg="add mod">
          <ac:chgData name="성욱 진" userId="f47a80d7871cb125" providerId="LiveId" clId="{F67979CA-7D8E-46A2-8257-041C27E451E9}" dt="2026-03-15T10:39:39.647" v="4194" actId="164"/>
          <ac:grpSpMkLst>
            <pc:docMk/>
            <pc:sldMk cId="2388758371" sldId="261"/>
            <ac:grpSpMk id="89" creationId="{693661D4-8F5F-43BD-8698-6F7EC9725D1B}"/>
          </ac:grpSpMkLst>
        </pc:grpChg>
        <pc:grpChg chg="add mod">
          <ac:chgData name="성욱 진" userId="f47a80d7871cb125" providerId="LiveId" clId="{F67979CA-7D8E-46A2-8257-041C27E451E9}" dt="2026-03-15T10:39:39.647" v="4194" actId="164"/>
          <ac:grpSpMkLst>
            <pc:docMk/>
            <pc:sldMk cId="2388758371" sldId="261"/>
            <ac:grpSpMk id="90" creationId="{566EEFF7-8613-4A54-AF51-7B9FE2D60D89}"/>
          </ac:grpSpMkLst>
        </pc:grpChg>
        <pc:grpChg chg="add mod">
          <ac:chgData name="성욱 진" userId="f47a80d7871cb125" providerId="LiveId" clId="{F67979CA-7D8E-46A2-8257-041C27E451E9}" dt="2026-03-15T11:55:25.282" v="4210" actId="164"/>
          <ac:grpSpMkLst>
            <pc:docMk/>
            <pc:sldMk cId="2388758371" sldId="261"/>
            <ac:grpSpMk id="93" creationId="{D9299186-C964-4F97-A8F1-0D141552CE65}"/>
          </ac:grpSpMkLst>
        </pc:grpChg>
        <pc:picChg chg="add del mod">
          <ac:chgData name="성욱 진" userId="f47a80d7871cb125" providerId="LiveId" clId="{F67979CA-7D8E-46A2-8257-041C27E451E9}" dt="2026-03-15T09:54:27.181" v="2930" actId="478"/>
          <ac:picMkLst>
            <pc:docMk/>
            <pc:sldMk cId="2388758371" sldId="261"/>
            <ac:picMk id="32" creationId="{84A0F9D0-0656-4FFF-8C84-80D4F81E61C0}"/>
          </ac:picMkLst>
        </pc:picChg>
        <pc:picChg chg="add del mod">
          <ac:chgData name="성욱 진" userId="f47a80d7871cb125" providerId="LiveId" clId="{F67979CA-7D8E-46A2-8257-041C27E451E9}" dt="2026-03-15T09:55:54.246" v="2943" actId="478"/>
          <ac:picMkLst>
            <pc:docMk/>
            <pc:sldMk cId="2388758371" sldId="261"/>
            <ac:picMk id="35" creationId="{635C3359-4C8E-4B47-8D97-334D98DCFAAC}"/>
          </ac:picMkLst>
        </pc:picChg>
        <pc:picChg chg="add mod">
          <ac:chgData name="성욱 진" userId="f47a80d7871cb125" providerId="LiveId" clId="{F67979CA-7D8E-46A2-8257-041C27E451E9}" dt="2026-03-15T10:00:28.676" v="3164" actId="164"/>
          <ac:picMkLst>
            <pc:docMk/>
            <pc:sldMk cId="2388758371" sldId="261"/>
            <ac:picMk id="39" creationId="{DAAA3EA2-F479-4261-96BC-69D704900F11}"/>
          </ac:picMkLst>
        </pc:picChg>
        <pc:picChg chg="del mod">
          <ac:chgData name="성욱 진" userId="f47a80d7871cb125" providerId="LiveId" clId="{F67979CA-7D8E-46A2-8257-041C27E451E9}" dt="2026-03-15T10:37:07.822" v="4167" actId="478"/>
          <ac:picMkLst>
            <pc:docMk/>
            <pc:sldMk cId="2388758371" sldId="261"/>
            <ac:picMk id="55" creationId="{243F7029-2414-4EB9-B16B-42FDC12F928A}"/>
          </ac:picMkLst>
        </pc:picChg>
        <pc:picChg chg="del mod">
          <ac:chgData name="성욱 진" userId="f47a80d7871cb125" providerId="LiveId" clId="{F67979CA-7D8E-46A2-8257-041C27E451E9}" dt="2026-03-15T10:37:39.871" v="4174" actId="478"/>
          <ac:picMkLst>
            <pc:docMk/>
            <pc:sldMk cId="2388758371" sldId="261"/>
            <ac:picMk id="64" creationId="{CF7AA5D9-A9BE-4FB6-923F-4FA078DF085C}"/>
          </ac:picMkLst>
        </pc:picChg>
        <pc:picChg chg="del mod">
          <ac:chgData name="성욱 진" userId="f47a80d7871cb125" providerId="LiveId" clId="{F67979CA-7D8E-46A2-8257-041C27E451E9}" dt="2026-03-15T11:54:44.309" v="4198" actId="478"/>
          <ac:picMkLst>
            <pc:docMk/>
            <pc:sldMk cId="2388758371" sldId="261"/>
            <ac:picMk id="73" creationId="{0C837875-06E5-4301-97CF-8E0F99B98019}"/>
          </ac:picMkLst>
        </pc:picChg>
        <pc:picChg chg="add del mod">
          <ac:chgData name="성욱 진" userId="f47a80d7871cb125" providerId="LiveId" clId="{F67979CA-7D8E-46A2-8257-041C27E451E9}" dt="2026-03-15T10:37:05.537" v="4166" actId="21"/>
          <ac:picMkLst>
            <pc:docMk/>
            <pc:sldMk cId="2388758371" sldId="261"/>
            <ac:picMk id="79" creationId="{554225DB-8203-4757-9CD1-2B5562652EAE}"/>
          </ac:picMkLst>
        </pc:picChg>
        <pc:picChg chg="add mod">
          <ac:chgData name="성욱 진" userId="f47a80d7871cb125" providerId="LiveId" clId="{F67979CA-7D8E-46A2-8257-041C27E451E9}" dt="2026-03-15T11:55:04.260" v="4206" actId="12789"/>
          <ac:picMkLst>
            <pc:docMk/>
            <pc:sldMk cId="2388758371" sldId="261"/>
            <ac:picMk id="80" creationId="{6C4835C3-9513-41C9-B878-E6113B2DB098}"/>
          </ac:picMkLst>
        </pc:picChg>
        <pc:picChg chg="add del mod topLvl">
          <ac:chgData name="성욱 진" userId="f47a80d7871cb125" providerId="LiveId" clId="{F67979CA-7D8E-46A2-8257-041C27E451E9}" dt="2026-03-15T10:39:19.272" v="4187" actId="478"/>
          <ac:picMkLst>
            <pc:docMk/>
            <pc:sldMk cId="2388758371" sldId="261"/>
            <ac:picMk id="83" creationId="{D60C92B8-7073-4092-BFE1-3E0AA3C78236}"/>
          </ac:picMkLst>
        </pc:picChg>
        <pc:picChg chg="add mod">
          <ac:chgData name="성욱 진" userId="f47a80d7871cb125" providerId="LiveId" clId="{F67979CA-7D8E-46A2-8257-041C27E451E9}" dt="2026-03-15T10:39:34.223" v="4193" actId="164"/>
          <ac:picMkLst>
            <pc:docMk/>
            <pc:sldMk cId="2388758371" sldId="261"/>
            <ac:picMk id="88" creationId="{F1E2AE0E-F129-4C9D-AE2E-34C225B834D6}"/>
          </ac:picMkLst>
        </pc:picChg>
        <pc:picChg chg="add mod">
          <ac:chgData name="성욱 진" userId="f47a80d7871cb125" providerId="LiveId" clId="{F67979CA-7D8E-46A2-8257-041C27E451E9}" dt="2026-03-15T11:55:25.282" v="4210" actId="164"/>
          <ac:picMkLst>
            <pc:docMk/>
            <pc:sldMk cId="2388758371" sldId="261"/>
            <ac:picMk id="92" creationId="{CCB1443E-00A1-4B10-B4C6-1ECCA184C61B}"/>
          </ac:picMkLst>
        </pc:picChg>
      </pc:sldChg>
      <pc:sldChg chg="addSp delSp modSp new mod">
        <pc:chgData name="성욱 진" userId="f47a80d7871cb125" providerId="LiveId" clId="{F67979CA-7D8E-46A2-8257-041C27E451E9}" dt="2026-03-15T13:17:11.452" v="5364" actId="1076"/>
        <pc:sldMkLst>
          <pc:docMk/>
          <pc:sldMk cId="516502562" sldId="262"/>
        </pc:sldMkLst>
        <pc:spChg chg="add mod">
          <ac:chgData name="성욱 진" userId="f47a80d7871cb125" providerId="LiveId" clId="{F67979CA-7D8E-46A2-8257-041C27E451E9}" dt="2026-03-15T12:01:38.480" v="4289" actId="20577"/>
          <ac:spMkLst>
            <pc:docMk/>
            <pc:sldMk cId="516502562" sldId="262"/>
            <ac:spMk id="2" creationId="{A49B3092-D40F-4EF0-82DE-C82718BA3588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3" creationId="{086F6A88-4468-4865-85D0-7302C2109530}"/>
          </ac:spMkLst>
        </pc:spChg>
        <pc:spChg chg="add del mod">
          <ac:chgData name="성욱 진" userId="f47a80d7871cb125" providerId="LiveId" clId="{F67979CA-7D8E-46A2-8257-041C27E451E9}" dt="2026-03-15T12:16:20.024" v="4404" actId="478"/>
          <ac:spMkLst>
            <pc:docMk/>
            <pc:sldMk cId="516502562" sldId="262"/>
            <ac:spMk id="4" creationId="{696877CB-DADD-4665-BA80-16B62AB32946}"/>
          </ac:spMkLst>
        </pc:spChg>
        <pc:spChg chg="add mod">
          <ac:chgData name="성욱 진" userId="f47a80d7871cb125" providerId="LiveId" clId="{F67979CA-7D8E-46A2-8257-041C27E451E9}" dt="2026-03-15T12:33:30.666" v="4701" actId="164"/>
          <ac:spMkLst>
            <pc:docMk/>
            <pc:sldMk cId="516502562" sldId="262"/>
            <ac:spMk id="7" creationId="{69415BD0-BE81-4816-962F-FE427F01ADAE}"/>
          </ac:spMkLst>
        </pc:spChg>
        <pc:spChg chg="add mod or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8" creationId="{D7F42AF2-B8E9-47A4-9A15-552EF08AB0F0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9" creationId="{7D3C198D-4DBB-4E00-ABAC-3DBA1E2B3E1B}"/>
          </ac:spMkLst>
        </pc:spChg>
        <pc:spChg chg="add mod">
          <ac:chgData name="성욱 진" userId="f47a80d7871cb125" providerId="LiveId" clId="{F67979CA-7D8E-46A2-8257-041C27E451E9}" dt="2026-03-15T12:13:47.035" v="4363" actId="571"/>
          <ac:spMkLst>
            <pc:docMk/>
            <pc:sldMk cId="516502562" sldId="262"/>
            <ac:spMk id="10" creationId="{A0C42770-695A-4168-ABDF-359DAF31A3C8}"/>
          </ac:spMkLst>
        </pc:spChg>
        <pc:spChg chg="add mod">
          <ac:chgData name="성욱 진" userId="f47a80d7871cb125" providerId="LiveId" clId="{F67979CA-7D8E-46A2-8257-041C27E451E9}" dt="2026-03-15T12:15:33.962" v="4379" actId="164"/>
          <ac:spMkLst>
            <pc:docMk/>
            <pc:sldMk cId="516502562" sldId="262"/>
            <ac:spMk id="11" creationId="{24F10E39-3B83-4018-8B2E-2BD1E18A3AAF}"/>
          </ac:spMkLst>
        </pc:spChg>
        <pc:spChg chg="mod topLvl">
          <ac:chgData name="성욱 진" userId="f47a80d7871cb125" providerId="LiveId" clId="{F67979CA-7D8E-46A2-8257-041C27E451E9}" dt="2026-03-15T12:19:59.140" v="4670" actId="164"/>
          <ac:spMkLst>
            <pc:docMk/>
            <pc:sldMk cId="516502562" sldId="262"/>
            <ac:spMk id="15" creationId="{742CBD41-6981-4888-8603-7BD2BB802F87}"/>
          </ac:spMkLst>
        </pc:spChg>
        <pc:spChg chg="mod topLvl">
          <ac:chgData name="성욱 진" userId="f47a80d7871cb125" providerId="LiveId" clId="{F67979CA-7D8E-46A2-8257-041C27E451E9}" dt="2026-03-15T12:32:39.719" v="4688" actId="164"/>
          <ac:spMkLst>
            <pc:docMk/>
            <pc:sldMk cId="516502562" sldId="262"/>
            <ac:spMk id="18" creationId="{0507FD42-CB64-499B-97BA-301F8BDC58CC}"/>
          </ac:spMkLst>
        </pc:spChg>
        <pc:spChg chg="mod topLvl">
          <ac:chgData name="성욱 진" userId="f47a80d7871cb125" providerId="LiveId" clId="{F67979CA-7D8E-46A2-8257-041C27E451E9}" dt="2026-03-15T12:33:26.910" v="4700" actId="164"/>
          <ac:spMkLst>
            <pc:docMk/>
            <pc:sldMk cId="516502562" sldId="262"/>
            <ac:spMk id="21" creationId="{FE2A1C36-A8E3-4B2B-9C35-1C0A2E4745EB}"/>
          </ac:spMkLst>
        </pc:spChg>
        <pc:spChg chg="add mod">
          <ac:chgData name="성욱 진" userId="f47a80d7871cb125" providerId="LiveId" clId="{F67979CA-7D8E-46A2-8257-041C27E451E9}" dt="2026-03-15T12:33:31.812" v="4702" actId="164"/>
          <ac:spMkLst>
            <pc:docMk/>
            <pc:sldMk cId="516502562" sldId="262"/>
            <ac:spMk id="23" creationId="{E88F05D4-A93F-4C3B-A812-D3A9F2004F36}"/>
          </ac:spMkLst>
        </pc:spChg>
        <pc:spChg chg="add mod">
          <ac:chgData name="성욱 진" userId="f47a80d7871cb125" providerId="LiveId" clId="{F67979CA-7D8E-46A2-8257-041C27E451E9}" dt="2026-03-15T12:33:34.035" v="4705" actId="164"/>
          <ac:spMkLst>
            <pc:docMk/>
            <pc:sldMk cId="516502562" sldId="262"/>
            <ac:spMk id="24" creationId="{96A62602-8A85-41CF-8EDA-EA1E7270D748}"/>
          </ac:spMkLst>
        </pc:spChg>
        <pc:spChg chg="add mod">
          <ac:chgData name="성욱 진" userId="f47a80d7871cb125" providerId="LiveId" clId="{F67979CA-7D8E-46A2-8257-041C27E451E9}" dt="2026-03-15T12:33:35.192" v="4706" actId="164"/>
          <ac:spMkLst>
            <pc:docMk/>
            <pc:sldMk cId="516502562" sldId="262"/>
            <ac:spMk id="25" creationId="{D6356C4A-5EE9-4360-96D2-86FE6BFD44F1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42" creationId="{9378264B-0B81-4ED1-9426-84C2FD20D370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43" creationId="{90303C9A-B3B8-4208-8CD5-BEAFCC5C5848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44" creationId="{212A09A4-1788-4BC9-933D-576FF1AC5333}"/>
          </ac:spMkLst>
        </pc:spChg>
        <pc:spChg chg="add mod">
          <ac:chgData name="성욱 진" userId="f47a80d7871cb125" providerId="LiveId" clId="{F67979CA-7D8E-46A2-8257-041C27E451E9}" dt="2026-03-15T12:49:56.982" v="4833" actId="164"/>
          <ac:spMkLst>
            <pc:docMk/>
            <pc:sldMk cId="516502562" sldId="262"/>
            <ac:spMk id="45" creationId="{26794D80-9E51-4385-BC44-8FF7B62C859F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46" creationId="{49661056-962A-4B83-BBFC-C5AA1E30CBFC}"/>
          </ac:spMkLst>
        </pc:spChg>
        <pc:spChg chg="add del mod">
          <ac:chgData name="성욱 진" userId="f47a80d7871cb125" providerId="LiveId" clId="{F67979CA-7D8E-46A2-8257-041C27E451E9}" dt="2026-03-15T12:49:14.982" v="4792" actId="478"/>
          <ac:spMkLst>
            <pc:docMk/>
            <pc:sldMk cId="516502562" sldId="262"/>
            <ac:spMk id="50" creationId="{EE353A50-7E54-46F8-96A0-872908E6833B}"/>
          </ac:spMkLst>
        </pc:spChg>
        <pc:spChg chg="add mod">
          <ac:chgData name="성욱 진" userId="f47a80d7871cb125" providerId="LiveId" clId="{F67979CA-7D8E-46A2-8257-041C27E451E9}" dt="2026-03-15T12:52:43.811" v="4919" actId="1076"/>
          <ac:spMkLst>
            <pc:docMk/>
            <pc:sldMk cId="516502562" sldId="262"/>
            <ac:spMk id="51" creationId="{573270E4-BF9E-49F9-88BE-BEC03ADD1CCB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55" creationId="{848E272F-19F6-45B8-A218-D9BBBAAE1595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56" creationId="{9A35E451-86A8-49F6-AFD6-608B71DCCA82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57" creationId="{21F530DD-C789-489A-B70D-AC8C70DCEBEF}"/>
          </ac:spMkLst>
        </pc:spChg>
        <pc:spChg chg="add mod">
          <ac:chgData name="성욱 진" userId="f47a80d7871cb125" providerId="LiveId" clId="{F67979CA-7D8E-46A2-8257-041C27E451E9}" dt="2026-03-15T12:58:51.961" v="4966" actId="1076"/>
          <ac:spMkLst>
            <pc:docMk/>
            <pc:sldMk cId="516502562" sldId="262"/>
            <ac:spMk id="58" creationId="{048AAA5C-3122-49DA-A9F9-9BC85C1D8B09}"/>
          </ac:spMkLst>
        </pc:spChg>
        <pc:spChg chg="add mod">
          <ac:chgData name="성욱 진" userId="f47a80d7871cb125" providerId="LiveId" clId="{F67979CA-7D8E-46A2-8257-041C27E451E9}" dt="2026-03-15T13:07:00.487" v="5281" actId="14100"/>
          <ac:spMkLst>
            <pc:docMk/>
            <pc:sldMk cId="516502562" sldId="262"/>
            <ac:spMk id="59" creationId="{9843DA68-37B0-4661-AB2B-CCC288197179}"/>
          </ac:spMkLst>
        </pc:spChg>
        <pc:spChg chg="add mod">
          <ac:chgData name="성욱 진" userId="f47a80d7871cb125" providerId="LiveId" clId="{F67979CA-7D8E-46A2-8257-041C27E451E9}" dt="2026-03-15T13:04:32.906" v="5188" actId="1076"/>
          <ac:spMkLst>
            <pc:docMk/>
            <pc:sldMk cId="516502562" sldId="262"/>
            <ac:spMk id="60" creationId="{82A04D1F-5188-43DC-9225-25533A31928C}"/>
          </ac:spMkLst>
        </pc:spChg>
        <pc:spChg chg="add mod">
          <ac:chgData name="성욱 진" userId="f47a80d7871cb125" providerId="LiveId" clId="{F67979CA-7D8E-46A2-8257-041C27E451E9}" dt="2026-03-15T13:04:32.906" v="5188" actId="1076"/>
          <ac:spMkLst>
            <pc:docMk/>
            <pc:sldMk cId="516502562" sldId="262"/>
            <ac:spMk id="61" creationId="{86028A50-F271-49A8-8FF0-F732FDD73BEB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2" creationId="{AF98A8C8-F15A-4108-B2AC-96DE5D244739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3" creationId="{A8784644-FE0B-40E0-9088-B1EE4C44EEB9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4" creationId="{1003CF34-6815-499D-A19D-A12464E63A2C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5" creationId="{EC4FCF6E-5CB8-478A-BE48-13F580EEA98F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6" creationId="{B193CE6A-5926-4741-872F-6AC12E930825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7" creationId="{2E20CDA7-EEE0-4928-B396-94B9AEFE5569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8" creationId="{04878FD9-A46B-48C2-B234-BA662B5894D8}"/>
          </ac:spMkLst>
        </pc:spChg>
        <pc:spChg chg="add mod">
          <ac:chgData name="성욱 진" userId="f47a80d7871cb125" providerId="LiveId" clId="{F67979CA-7D8E-46A2-8257-041C27E451E9}" dt="2026-03-15T13:07:09.460" v="5283" actId="1076"/>
          <ac:spMkLst>
            <pc:docMk/>
            <pc:sldMk cId="516502562" sldId="262"/>
            <ac:spMk id="69" creationId="{DEE59FD4-A0A8-4736-969A-F3A8B79CAC08}"/>
          </ac:spMkLst>
        </pc:spChg>
        <pc:spChg chg="add mod">
          <ac:chgData name="성욱 진" userId="f47a80d7871cb125" providerId="LiveId" clId="{F67979CA-7D8E-46A2-8257-041C27E451E9}" dt="2026-03-15T13:07:04.464" v="5282" actId="1076"/>
          <ac:spMkLst>
            <pc:docMk/>
            <pc:sldMk cId="516502562" sldId="262"/>
            <ac:spMk id="70" creationId="{92473D9F-F478-4B84-A769-952B16DF1CBA}"/>
          </ac:spMkLst>
        </pc:spChg>
        <pc:spChg chg="add mod">
          <ac:chgData name="성욱 진" userId="f47a80d7871cb125" providerId="LiveId" clId="{F67979CA-7D8E-46A2-8257-041C27E451E9}" dt="2026-03-15T13:07:14.195" v="5284" actId="571"/>
          <ac:spMkLst>
            <pc:docMk/>
            <pc:sldMk cId="516502562" sldId="262"/>
            <ac:spMk id="73" creationId="{28E5CE96-8858-4C52-8435-5DC09847C5A4}"/>
          </ac:spMkLst>
        </pc:spChg>
        <pc:spChg chg="add mod">
          <ac:chgData name="성욱 진" userId="f47a80d7871cb125" providerId="LiveId" clId="{F67979CA-7D8E-46A2-8257-041C27E451E9}" dt="2026-03-15T13:07:42.974" v="5313" actId="20577"/>
          <ac:spMkLst>
            <pc:docMk/>
            <pc:sldMk cId="516502562" sldId="262"/>
            <ac:spMk id="74" creationId="{33C6CA1E-C2BE-44A9-9A62-F4165357E3D0}"/>
          </ac:spMkLst>
        </pc:spChg>
        <pc:spChg chg="add mod">
          <ac:chgData name="성욱 진" userId="f47a80d7871cb125" providerId="LiveId" clId="{F67979CA-7D8E-46A2-8257-041C27E451E9}" dt="2026-03-15T13:07:53.739" v="5335" actId="20577"/>
          <ac:spMkLst>
            <pc:docMk/>
            <pc:sldMk cId="516502562" sldId="262"/>
            <ac:spMk id="75" creationId="{34398574-4AA5-4653-AFA7-6BEF12BB4D56}"/>
          </ac:spMkLst>
        </pc:spChg>
        <pc:spChg chg="mod">
          <ac:chgData name="성욱 진" userId="f47a80d7871cb125" providerId="LiveId" clId="{F67979CA-7D8E-46A2-8257-041C27E451E9}" dt="2026-03-15T13:16:10.245" v="5337"/>
          <ac:spMkLst>
            <pc:docMk/>
            <pc:sldMk cId="516502562" sldId="262"/>
            <ac:spMk id="77" creationId="{03586FB0-CC56-41D0-9762-79B5F1D36A95}"/>
          </ac:spMkLst>
        </pc:spChg>
        <pc:spChg chg="mod">
          <ac:chgData name="성욱 진" userId="f47a80d7871cb125" providerId="LiveId" clId="{F67979CA-7D8E-46A2-8257-041C27E451E9}" dt="2026-03-15T13:16:10.245" v="5337"/>
          <ac:spMkLst>
            <pc:docMk/>
            <pc:sldMk cId="516502562" sldId="262"/>
            <ac:spMk id="79" creationId="{FD5EDFF7-BB22-44DA-BC7F-8B972C75D5DA}"/>
          </ac:spMkLst>
        </pc:spChg>
        <pc:spChg chg="mod topLvl">
          <ac:chgData name="성욱 진" userId="f47a80d7871cb125" providerId="LiveId" clId="{F67979CA-7D8E-46A2-8257-041C27E451E9}" dt="2026-03-15T13:17:11.452" v="5364" actId="1076"/>
          <ac:spMkLst>
            <pc:docMk/>
            <pc:sldMk cId="516502562" sldId="262"/>
            <ac:spMk id="81" creationId="{2A4AA00E-8339-4F85-B1C7-589BEDC8CF4D}"/>
          </ac:spMkLst>
        </pc:spChg>
        <pc:spChg chg="del mod topLvl">
          <ac:chgData name="성욱 진" userId="f47a80d7871cb125" providerId="LiveId" clId="{F67979CA-7D8E-46A2-8257-041C27E451E9}" dt="2026-03-15T13:16:25.863" v="5344" actId="478"/>
          <ac:spMkLst>
            <pc:docMk/>
            <pc:sldMk cId="516502562" sldId="262"/>
            <ac:spMk id="83" creationId="{7E051B68-6FAC-4B90-B0DA-AC00F53C6504}"/>
          </ac:spMkLst>
        </pc:spChg>
        <pc:spChg chg="add mod">
          <ac:chgData name="성욱 진" userId="f47a80d7871cb125" providerId="LiveId" clId="{F67979CA-7D8E-46A2-8257-041C27E451E9}" dt="2026-03-15T13:16:34.811" v="5349" actId="571"/>
          <ac:spMkLst>
            <pc:docMk/>
            <pc:sldMk cId="516502562" sldId="262"/>
            <ac:spMk id="84" creationId="{46E9643B-D0B5-4E4D-9E56-FB124BA3BB80}"/>
          </ac:spMkLst>
        </pc:spChg>
        <pc:spChg chg="add mod">
          <ac:chgData name="성욱 진" userId="f47a80d7871cb125" providerId="LiveId" clId="{F67979CA-7D8E-46A2-8257-041C27E451E9}" dt="2026-03-15T13:16:34.529" v="5348" actId="571"/>
          <ac:spMkLst>
            <pc:docMk/>
            <pc:sldMk cId="516502562" sldId="262"/>
            <ac:spMk id="85" creationId="{E118E80D-0375-4C7D-B2BA-441080FC40A4}"/>
          </ac:spMkLst>
        </pc:spChg>
        <pc:spChg chg="add mod">
          <ac:chgData name="성욱 진" userId="f47a80d7871cb125" providerId="LiveId" clId="{F67979CA-7D8E-46A2-8257-041C27E451E9}" dt="2026-03-15T13:17:11.452" v="5364" actId="1076"/>
          <ac:spMkLst>
            <pc:docMk/>
            <pc:sldMk cId="516502562" sldId="262"/>
            <ac:spMk id="86" creationId="{24473E06-90D8-4991-84D5-414C55D21676}"/>
          </ac:spMkLst>
        </pc:spChg>
        <pc:spChg chg="add mod">
          <ac:chgData name="성욱 진" userId="f47a80d7871cb125" providerId="LiveId" clId="{F67979CA-7D8E-46A2-8257-041C27E451E9}" dt="2026-03-15T13:17:11.452" v="5364" actId="1076"/>
          <ac:spMkLst>
            <pc:docMk/>
            <pc:sldMk cId="516502562" sldId="262"/>
            <ac:spMk id="87" creationId="{C4453C60-DEAD-425F-9BAD-615EF48846F9}"/>
          </ac:spMkLst>
        </pc:spChg>
        <pc:spChg chg="add mod">
          <ac:chgData name="성욱 진" userId="f47a80d7871cb125" providerId="LiveId" clId="{F67979CA-7D8E-46A2-8257-041C27E451E9}" dt="2026-03-15T13:17:11.452" v="5364" actId="1076"/>
          <ac:spMkLst>
            <pc:docMk/>
            <pc:sldMk cId="516502562" sldId="262"/>
            <ac:spMk id="88" creationId="{360A3A34-68D8-4C9B-932A-918CC2B81EEF}"/>
          </ac:spMkLst>
        </pc:spChg>
        <pc:grpChg chg="add mod">
          <ac:chgData name="성욱 진" userId="f47a80d7871cb125" providerId="LiveId" clId="{F67979CA-7D8E-46A2-8257-041C27E451E9}" dt="2026-03-15T12:33:30.666" v="4701" actId="164"/>
          <ac:grpSpMkLst>
            <pc:docMk/>
            <pc:sldMk cId="516502562" sldId="262"/>
            <ac:grpSpMk id="13" creationId="{008FBCAA-C5E3-48CA-A86D-2606992458A3}"/>
          </ac:grpSpMkLst>
        </pc:grpChg>
        <pc:grpChg chg="add del mod">
          <ac:chgData name="성욱 진" userId="f47a80d7871cb125" providerId="LiveId" clId="{F67979CA-7D8E-46A2-8257-041C27E451E9}" dt="2026-03-15T12:19:55.709" v="4668" actId="478"/>
          <ac:grpSpMkLst>
            <pc:docMk/>
            <pc:sldMk cId="516502562" sldId="262"/>
            <ac:grpSpMk id="14" creationId="{179E4D95-A3E5-48B2-B50D-3A03AE743783}"/>
          </ac:grpSpMkLst>
        </pc:grpChg>
        <pc:grpChg chg="add del mod">
          <ac:chgData name="성욱 진" userId="f47a80d7871cb125" providerId="LiveId" clId="{F67979CA-7D8E-46A2-8257-041C27E451E9}" dt="2026-03-15T12:32:26.250" v="4682" actId="478"/>
          <ac:grpSpMkLst>
            <pc:docMk/>
            <pc:sldMk cId="516502562" sldId="262"/>
            <ac:grpSpMk id="17" creationId="{28AEBB9C-3BA2-4A93-B4EB-22D58F9A38B1}"/>
          </ac:grpSpMkLst>
        </pc:grpChg>
        <pc:grpChg chg="add del mod">
          <ac:chgData name="성욱 진" userId="f47a80d7871cb125" providerId="LiveId" clId="{F67979CA-7D8E-46A2-8257-041C27E451E9}" dt="2026-03-15T12:33:10.059" v="4696" actId="478"/>
          <ac:grpSpMkLst>
            <pc:docMk/>
            <pc:sldMk cId="516502562" sldId="262"/>
            <ac:grpSpMk id="20" creationId="{1C1AEB69-C153-4A56-BB3D-2E5C19D172D9}"/>
          </ac:grpSpMkLst>
        </pc:grpChg>
        <pc:grpChg chg="add mod">
          <ac:chgData name="성욱 진" userId="f47a80d7871cb125" providerId="LiveId" clId="{F67979CA-7D8E-46A2-8257-041C27E451E9}" dt="2026-03-15T12:33:31.812" v="4702" actId="164"/>
          <ac:grpSpMkLst>
            <pc:docMk/>
            <pc:sldMk cId="516502562" sldId="262"/>
            <ac:grpSpMk id="28" creationId="{19D5B0E4-C4DF-4D95-9C83-C595E02D493E}"/>
          </ac:grpSpMkLst>
        </pc:grpChg>
        <pc:grpChg chg="add mod">
          <ac:chgData name="성욱 진" userId="f47a80d7871cb125" providerId="LiveId" clId="{F67979CA-7D8E-46A2-8257-041C27E451E9}" dt="2026-03-15T12:33:34.035" v="4705" actId="164"/>
          <ac:grpSpMkLst>
            <pc:docMk/>
            <pc:sldMk cId="516502562" sldId="262"/>
            <ac:grpSpMk id="31" creationId="{BFA9306D-E02D-4F97-BBB9-C7C73CF88078}"/>
          </ac:grpSpMkLst>
        </pc:grpChg>
        <pc:grpChg chg="add mod">
          <ac:chgData name="성욱 진" userId="f47a80d7871cb125" providerId="LiveId" clId="{F67979CA-7D8E-46A2-8257-041C27E451E9}" dt="2026-03-15T12:33:35.192" v="4706" actId="164"/>
          <ac:grpSpMkLst>
            <pc:docMk/>
            <pc:sldMk cId="516502562" sldId="262"/>
            <ac:grpSpMk id="33" creationId="{E870A944-2CFA-4317-B0C1-8D46FA71D6A4}"/>
          </ac:grpSpMkLst>
        </pc:grpChg>
        <pc:grpChg chg="add mod">
          <ac:chgData name="성욱 진" userId="f47a80d7871cb125" providerId="LiveId" clId="{F67979CA-7D8E-46A2-8257-041C27E451E9}" dt="2026-03-15T12:58:51.961" v="4966" actId="1076"/>
          <ac:grpSpMkLst>
            <pc:docMk/>
            <pc:sldMk cId="516502562" sldId="262"/>
            <ac:grpSpMk id="34" creationId="{91C76DB3-2EA2-49A9-ABEF-630136A7BB08}"/>
          </ac:grpSpMkLst>
        </pc:grpChg>
        <pc:grpChg chg="add mod">
          <ac:chgData name="성욱 진" userId="f47a80d7871cb125" providerId="LiveId" clId="{F67979CA-7D8E-46A2-8257-041C27E451E9}" dt="2026-03-15T12:58:51.961" v="4966" actId="1076"/>
          <ac:grpSpMkLst>
            <pc:docMk/>
            <pc:sldMk cId="516502562" sldId="262"/>
            <ac:grpSpMk id="35" creationId="{9A75C7D7-F782-47BB-A040-451896CCAD58}"/>
          </ac:grpSpMkLst>
        </pc:grpChg>
        <pc:grpChg chg="add mod">
          <ac:chgData name="성욱 진" userId="f47a80d7871cb125" providerId="LiveId" clId="{F67979CA-7D8E-46A2-8257-041C27E451E9}" dt="2026-03-15T12:58:51.961" v="4966" actId="1076"/>
          <ac:grpSpMkLst>
            <pc:docMk/>
            <pc:sldMk cId="516502562" sldId="262"/>
            <ac:grpSpMk id="36" creationId="{0C21E0C3-2F81-4626-BE1B-FA583E4E3A42}"/>
          </ac:grpSpMkLst>
        </pc:grpChg>
        <pc:grpChg chg="add mod">
          <ac:chgData name="성욱 진" userId="f47a80d7871cb125" providerId="LiveId" clId="{F67979CA-7D8E-46A2-8257-041C27E451E9}" dt="2026-03-15T12:58:51.961" v="4966" actId="1076"/>
          <ac:grpSpMkLst>
            <pc:docMk/>
            <pc:sldMk cId="516502562" sldId="262"/>
            <ac:grpSpMk id="37" creationId="{1CCBB9D0-CBB9-4DF1-AC70-9C767C959EDE}"/>
          </ac:grpSpMkLst>
        </pc:grpChg>
        <pc:grpChg chg="add mod">
          <ac:chgData name="성욱 진" userId="f47a80d7871cb125" providerId="LiveId" clId="{F67979CA-7D8E-46A2-8257-041C27E451E9}" dt="2026-03-15T12:58:51.961" v="4966" actId="1076"/>
          <ac:grpSpMkLst>
            <pc:docMk/>
            <pc:sldMk cId="516502562" sldId="262"/>
            <ac:grpSpMk id="52" creationId="{F3C7C5CD-FB51-4BDC-B32A-A5DF9E1C0C19}"/>
          </ac:grpSpMkLst>
        </pc:grpChg>
        <pc:grpChg chg="add del mod">
          <ac:chgData name="성욱 진" userId="f47a80d7871cb125" providerId="LiveId" clId="{F67979CA-7D8E-46A2-8257-041C27E451E9}" dt="2026-03-15T13:16:13.550" v="5340"/>
          <ac:grpSpMkLst>
            <pc:docMk/>
            <pc:sldMk cId="516502562" sldId="262"/>
            <ac:grpSpMk id="76" creationId="{226E6CCD-9D0B-4DB2-8649-E69729884751}"/>
          </ac:grpSpMkLst>
        </pc:grpChg>
        <pc:grpChg chg="add del mod">
          <ac:chgData name="성욱 진" userId="f47a80d7871cb125" providerId="LiveId" clId="{F67979CA-7D8E-46A2-8257-041C27E451E9}" dt="2026-03-15T13:16:21.833" v="5343" actId="165"/>
          <ac:grpSpMkLst>
            <pc:docMk/>
            <pc:sldMk cId="516502562" sldId="262"/>
            <ac:grpSpMk id="80" creationId="{00AFA16B-3DF1-40E5-B7BB-3B9BE3666F59}"/>
          </ac:grpSpMkLst>
        </pc:grpChg>
        <pc:picChg chg="add mod ord">
          <ac:chgData name="성욱 진" userId="f47a80d7871cb125" providerId="LiveId" clId="{F67979CA-7D8E-46A2-8257-041C27E451E9}" dt="2026-03-15T13:07:56.436" v="5336" actId="1076"/>
          <ac:picMkLst>
            <pc:docMk/>
            <pc:sldMk cId="516502562" sldId="262"/>
            <ac:picMk id="6" creationId="{9FBFA65C-5F6E-4378-B296-288C32F12BEE}"/>
          </ac:picMkLst>
        </pc:picChg>
        <pc:picChg chg="add mod">
          <ac:chgData name="성욱 진" userId="f47a80d7871cb125" providerId="LiveId" clId="{F67979CA-7D8E-46A2-8257-041C27E451E9}" dt="2026-03-15T12:15:33.962" v="4379" actId="164"/>
          <ac:picMkLst>
            <pc:docMk/>
            <pc:sldMk cId="516502562" sldId="262"/>
            <ac:picMk id="12" creationId="{75853E28-6625-4CE3-96FD-FE97AE47F048}"/>
          </ac:picMkLst>
        </pc:picChg>
        <pc:picChg chg="del mod topLvl">
          <ac:chgData name="성욱 진" userId="f47a80d7871cb125" providerId="LiveId" clId="{F67979CA-7D8E-46A2-8257-041C27E451E9}" dt="2026-03-15T12:19:55.709" v="4668" actId="478"/>
          <ac:picMkLst>
            <pc:docMk/>
            <pc:sldMk cId="516502562" sldId="262"/>
            <ac:picMk id="16" creationId="{E9B65F03-1D84-4586-9D0E-EAC5FC04399C}"/>
          </ac:picMkLst>
        </pc:picChg>
        <pc:picChg chg="del mod topLvl">
          <ac:chgData name="성욱 진" userId="f47a80d7871cb125" providerId="LiveId" clId="{F67979CA-7D8E-46A2-8257-041C27E451E9}" dt="2026-03-15T12:32:26.250" v="4682" actId="478"/>
          <ac:picMkLst>
            <pc:docMk/>
            <pc:sldMk cId="516502562" sldId="262"/>
            <ac:picMk id="19" creationId="{11D682B9-C9AE-4C26-A0EF-EA03BA8B6099}"/>
          </ac:picMkLst>
        </pc:picChg>
        <pc:picChg chg="del mod topLvl">
          <ac:chgData name="성욱 진" userId="f47a80d7871cb125" providerId="LiveId" clId="{F67979CA-7D8E-46A2-8257-041C27E451E9}" dt="2026-03-15T12:33:10.059" v="4696" actId="478"/>
          <ac:picMkLst>
            <pc:docMk/>
            <pc:sldMk cId="516502562" sldId="262"/>
            <ac:picMk id="22" creationId="{23800925-9B21-4E84-8549-616C9C6A3267}"/>
          </ac:picMkLst>
        </pc:picChg>
        <pc:picChg chg="add mod">
          <ac:chgData name="성욱 진" userId="f47a80d7871cb125" providerId="LiveId" clId="{F67979CA-7D8E-46A2-8257-041C27E451E9}" dt="2026-03-15T12:19:59.140" v="4670" actId="164"/>
          <ac:picMkLst>
            <pc:docMk/>
            <pc:sldMk cId="516502562" sldId="262"/>
            <ac:picMk id="27" creationId="{4AB4D1FA-8911-4CB6-AE06-C61AE8B3438D}"/>
          </ac:picMkLst>
        </pc:picChg>
        <pc:picChg chg="add mod">
          <ac:chgData name="성욱 진" userId="f47a80d7871cb125" providerId="LiveId" clId="{F67979CA-7D8E-46A2-8257-041C27E451E9}" dt="2026-03-15T12:32:39.719" v="4688" actId="164"/>
          <ac:picMkLst>
            <pc:docMk/>
            <pc:sldMk cId="516502562" sldId="262"/>
            <ac:picMk id="30" creationId="{4C49C852-D8A9-400E-A743-29450E5E33FF}"/>
          </ac:picMkLst>
        </pc:picChg>
        <pc:picChg chg="add mod">
          <ac:chgData name="성욱 진" userId="f47a80d7871cb125" providerId="LiveId" clId="{F67979CA-7D8E-46A2-8257-041C27E451E9}" dt="2026-03-15T12:33:26.910" v="4700" actId="164"/>
          <ac:picMkLst>
            <pc:docMk/>
            <pc:sldMk cId="516502562" sldId="262"/>
            <ac:picMk id="32" creationId="{0F9BF370-B65B-48C8-BE78-C39357427567}"/>
          </ac:picMkLst>
        </pc:picChg>
        <pc:picChg chg="add mod">
          <ac:chgData name="성욱 진" userId="f47a80d7871cb125" providerId="LiveId" clId="{F67979CA-7D8E-46A2-8257-041C27E451E9}" dt="2026-03-15T12:49:56.982" v="4833" actId="164"/>
          <ac:picMkLst>
            <pc:docMk/>
            <pc:sldMk cId="516502562" sldId="262"/>
            <ac:picMk id="48" creationId="{149D51C2-CCB4-4604-AA2D-C99652355365}"/>
          </ac:picMkLst>
        </pc:picChg>
        <pc:picChg chg="add del mod">
          <ac:chgData name="성욱 진" userId="f47a80d7871cb125" providerId="LiveId" clId="{F67979CA-7D8E-46A2-8257-041C27E451E9}" dt="2026-03-15T12:49:04.616" v="4788"/>
          <ac:picMkLst>
            <pc:docMk/>
            <pc:sldMk cId="516502562" sldId="262"/>
            <ac:picMk id="49" creationId="{5F0BCE5D-9753-43BF-BFC1-72C122DA286F}"/>
          </ac:picMkLst>
        </pc:picChg>
        <pc:picChg chg="add mod">
          <ac:chgData name="성욱 진" userId="f47a80d7871cb125" providerId="LiveId" clId="{F67979CA-7D8E-46A2-8257-041C27E451E9}" dt="2026-03-15T12:58:51.961" v="4966" actId="1076"/>
          <ac:picMkLst>
            <pc:docMk/>
            <pc:sldMk cId="516502562" sldId="262"/>
            <ac:picMk id="54" creationId="{258045AE-D8E8-4CCF-85C7-4379B2DD950D}"/>
          </ac:picMkLst>
        </pc:picChg>
        <pc:picChg chg="add mod">
          <ac:chgData name="성욱 진" userId="f47a80d7871cb125" providerId="LiveId" clId="{F67979CA-7D8E-46A2-8257-041C27E451E9}" dt="2026-03-15T13:06:46.838" v="5278"/>
          <ac:picMkLst>
            <pc:docMk/>
            <pc:sldMk cId="516502562" sldId="262"/>
            <ac:picMk id="72" creationId="{CF885F63-837F-4EA4-8ADE-65DE6F955CEF}"/>
          </ac:picMkLst>
        </pc:picChg>
        <pc:picChg chg="mod">
          <ac:chgData name="성욱 진" userId="f47a80d7871cb125" providerId="LiveId" clId="{F67979CA-7D8E-46A2-8257-041C27E451E9}" dt="2026-03-15T13:16:10.245" v="5337"/>
          <ac:picMkLst>
            <pc:docMk/>
            <pc:sldMk cId="516502562" sldId="262"/>
            <ac:picMk id="78" creationId="{983BC989-7629-4A2E-8F89-EDE450F62588}"/>
          </ac:picMkLst>
        </pc:picChg>
        <pc:picChg chg="del mod topLvl">
          <ac:chgData name="성욱 진" userId="f47a80d7871cb125" providerId="LiveId" clId="{F67979CA-7D8E-46A2-8257-041C27E451E9}" dt="2026-03-15T13:16:25.863" v="5344" actId="478"/>
          <ac:picMkLst>
            <pc:docMk/>
            <pc:sldMk cId="516502562" sldId="262"/>
            <ac:picMk id="82" creationId="{2C963A58-30EB-4292-A740-6E41FD22DC24}"/>
          </ac:picMkLst>
        </pc:picChg>
        <pc:cxnChg chg="add mod">
          <ac:chgData name="성욱 진" userId="f47a80d7871cb125" providerId="LiveId" clId="{F67979CA-7D8E-46A2-8257-041C27E451E9}" dt="2026-03-15T12:58:51.961" v="4966" actId="1076"/>
          <ac:cxnSpMkLst>
            <pc:docMk/>
            <pc:sldMk cId="516502562" sldId="262"/>
            <ac:cxnSpMk id="39" creationId="{E6045C43-F589-4029-B48D-8D76AF263655}"/>
          </ac:cxnSpMkLst>
        </pc:cxnChg>
        <pc:cxnChg chg="add mod">
          <ac:chgData name="성욱 진" userId="f47a80d7871cb125" providerId="LiveId" clId="{F67979CA-7D8E-46A2-8257-041C27E451E9}" dt="2026-03-15T12:58:51.961" v="4966" actId="1076"/>
          <ac:cxnSpMkLst>
            <pc:docMk/>
            <pc:sldMk cId="516502562" sldId="262"/>
            <ac:cxnSpMk id="40" creationId="{08ADDB21-8512-4670-AA04-0DD7FE0D8600}"/>
          </ac:cxnSpMkLst>
        </pc:cxnChg>
        <pc:cxnChg chg="add mod">
          <ac:chgData name="성욱 진" userId="f47a80d7871cb125" providerId="LiveId" clId="{F67979CA-7D8E-46A2-8257-041C27E451E9}" dt="2026-03-15T12:58:51.961" v="4966" actId="1076"/>
          <ac:cxnSpMkLst>
            <pc:docMk/>
            <pc:sldMk cId="516502562" sldId="262"/>
            <ac:cxnSpMk id="41" creationId="{03D6FBC8-DE87-4BA6-A7C1-85B0FFB9C240}"/>
          </ac:cxnSpMkLst>
        </pc:cxnChg>
      </pc:sldChg>
      <pc:sldMasterChg chg="modSldLayout">
        <pc:chgData name="성욱 진" userId="f47a80d7871cb125" providerId="LiveId" clId="{F67979CA-7D8E-46A2-8257-041C27E451E9}" dt="2026-03-15T09:48:44.627" v="2828" actId="478"/>
        <pc:sldMasterMkLst>
          <pc:docMk/>
          <pc:sldMasterMk cId="2612319374" sldId="2147483648"/>
        </pc:sldMasterMkLst>
        <pc:sldLayoutChg chg="addSp delSp modSp mod setBg">
          <pc:chgData name="성욱 진" userId="f47a80d7871cb125" providerId="LiveId" clId="{F67979CA-7D8E-46A2-8257-041C27E451E9}" dt="2026-03-15T09:48:44.627" v="2828" actId="478"/>
          <pc:sldLayoutMkLst>
            <pc:docMk/>
            <pc:sldMasterMk cId="2612319374" sldId="2147483648"/>
            <pc:sldLayoutMk cId="3106505288" sldId="2147483660"/>
          </pc:sldLayoutMkLst>
          <pc:picChg chg="add del mod">
            <ac:chgData name="성욱 진" userId="f47a80d7871cb125" providerId="LiveId" clId="{F67979CA-7D8E-46A2-8257-041C27E451E9}" dt="2026-03-15T09:48:44.627" v="2828" actId="478"/>
            <ac:picMkLst>
              <pc:docMk/>
              <pc:sldMasterMk cId="2612319374" sldId="2147483648"/>
              <pc:sldLayoutMk cId="3106505288" sldId="2147483660"/>
              <ac:picMk id="3" creationId="{6B55F6C1-8AF7-4C33-9E05-545BE3950430}"/>
            </ac:picMkLst>
          </pc:picChg>
        </pc:sldLayoutChg>
      </pc:sldMasterChg>
    </pc:docChg>
  </pc:docChgLst>
  <pc:docChgLst>
    <pc:chgData name="성욱 진" userId="f47a80d7871cb125" providerId="LiveId" clId="{FDCBA572-350E-4C39-BF59-3626AC33FF79}"/>
    <pc:docChg chg="undo redo custSel modSld">
      <pc:chgData name="성욱 진" userId="f47a80d7871cb125" providerId="LiveId" clId="{FDCBA572-350E-4C39-BF59-3626AC33FF79}" dt="2026-03-16T00:31:10.108" v="255" actId="1076"/>
      <pc:docMkLst>
        <pc:docMk/>
      </pc:docMkLst>
      <pc:sldChg chg="addSp delSp modSp mod">
        <pc:chgData name="성욱 진" userId="f47a80d7871cb125" providerId="LiveId" clId="{FDCBA572-350E-4C39-BF59-3626AC33FF79}" dt="2026-03-16T00:31:10.108" v="255" actId="1076"/>
        <pc:sldMkLst>
          <pc:docMk/>
          <pc:sldMk cId="516502562" sldId="262"/>
        </pc:sldMkLst>
        <pc:spChg chg="mod">
          <ac:chgData name="성욱 진" userId="f47a80d7871cb125" providerId="LiveId" clId="{FDCBA572-350E-4C39-BF59-3626AC33FF79}" dt="2026-03-16T00:28:50.515" v="238" actId="1076"/>
          <ac:spMkLst>
            <pc:docMk/>
            <pc:sldMk cId="516502562" sldId="262"/>
            <ac:spMk id="3" creationId="{086F6A88-4468-4865-85D0-7302C2109530}"/>
          </ac:spMkLst>
        </pc:spChg>
        <pc:spChg chg="add mod">
          <ac:chgData name="성욱 진" userId="f47a80d7871cb125" providerId="LiveId" clId="{FDCBA572-350E-4C39-BF59-3626AC33FF79}" dt="2026-03-16T00:28:32.140" v="233" actId="164"/>
          <ac:spMkLst>
            <pc:docMk/>
            <pc:sldMk cId="516502562" sldId="262"/>
            <ac:spMk id="26" creationId="{AD86E83F-3A96-21F7-BFAE-384843CD45B1}"/>
          </ac:spMkLst>
        </pc:spChg>
        <pc:spChg chg="add mod">
          <ac:chgData name="성욱 진" userId="f47a80d7871cb125" providerId="LiveId" clId="{FDCBA572-350E-4C39-BF59-3626AC33FF79}" dt="2026-03-16T00:28:32.140" v="233" actId="164"/>
          <ac:spMkLst>
            <pc:docMk/>
            <pc:sldMk cId="516502562" sldId="262"/>
            <ac:spMk id="29" creationId="{35F6C246-34D1-EA88-3CC3-BE470D58CAC1}"/>
          </ac:spMkLst>
        </pc:spChg>
        <pc:spChg chg="add mod">
          <ac:chgData name="성욱 진" userId="f47a80d7871cb125" providerId="LiveId" clId="{FDCBA572-350E-4C39-BF59-3626AC33FF79}" dt="2026-03-16T00:28:30.618" v="232" actId="164"/>
          <ac:spMkLst>
            <pc:docMk/>
            <pc:sldMk cId="516502562" sldId="262"/>
            <ac:spMk id="38" creationId="{D09A6343-3428-695C-6745-45F50C8D200D}"/>
          </ac:spMkLst>
        </pc:spChg>
        <pc:spChg chg="add mod">
          <ac:chgData name="성욱 진" userId="f47a80d7871cb125" providerId="LiveId" clId="{FDCBA572-350E-4C39-BF59-3626AC33FF79}" dt="2026-03-16T00:28:30.618" v="232" actId="164"/>
          <ac:spMkLst>
            <pc:docMk/>
            <pc:sldMk cId="516502562" sldId="262"/>
            <ac:spMk id="47" creationId="{380DA469-C820-F19F-1D21-E2A796B893F1}"/>
          </ac:spMkLst>
        </pc:spChg>
        <pc:spChg chg="add mod">
          <ac:chgData name="성욱 진" userId="f47a80d7871cb125" providerId="LiveId" clId="{FDCBA572-350E-4C39-BF59-3626AC33FF79}" dt="2026-03-16T00:28:28.889" v="231" actId="164"/>
          <ac:spMkLst>
            <pc:docMk/>
            <pc:sldMk cId="516502562" sldId="262"/>
            <ac:spMk id="49" creationId="{64A46D3D-1189-9817-0384-6651B8B9BB06}"/>
          </ac:spMkLst>
        </pc:spChg>
        <pc:spChg chg="add mod">
          <ac:chgData name="성욱 진" userId="f47a80d7871cb125" providerId="LiveId" clId="{FDCBA572-350E-4C39-BF59-3626AC33FF79}" dt="2026-03-16T00:28:28.889" v="231" actId="164"/>
          <ac:spMkLst>
            <pc:docMk/>
            <pc:sldMk cId="516502562" sldId="262"/>
            <ac:spMk id="50" creationId="{30E4430F-FB88-05AE-4D89-738E0E660299}"/>
          </ac:spMkLst>
        </pc:spChg>
        <pc:spChg chg="add mod">
          <ac:chgData name="성욱 진" userId="f47a80d7871cb125" providerId="LiveId" clId="{FDCBA572-350E-4C39-BF59-3626AC33FF79}" dt="2026-03-16T00:28:26.047" v="230" actId="164"/>
          <ac:spMkLst>
            <pc:docMk/>
            <pc:sldMk cId="516502562" sldId="262"/>
            <ac:spMk id="53" creationId="{6FC89DBD-9413-FB0A-3EB4-47D14E010AA6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59" creationId="{9843DA68-37B0-4661-AB2B-CCC288197179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0" creationId="{82A04D1F-5188-43DC-9225-25533A31928C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3" creationId="{A8784644-FE0B-40E0-9088-B1EE4C44EEB9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4" creationId="{1003CF34-6815-499D-A19D-A12464E63A2C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5" creationId="{EC4FCF6E-5CB8-478A-BE48-13F580EEA98F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6" creationId="{B193CE6A-5926-4741-872F-6AC12E930825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7" creationId="{2E20CDA7-EEE0-4928-B396-94B9AEFE5569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8" creationId="{04878FD9-A46B-48C2-B234-BA662B5894D8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69" creationId="{DEE59FD4-A0A8-4736-969A-F3A8B79CAC08}"/>
          </ac:spMkLst>
        </pc:spChg>
        <pc:spChg chg="mod">
          <ac:chgData name="성욱 진" userId="f47a80d7871cb125" providerId="LiveId" clId="{FDCBA572-350E-4C39-BF59-3626AC33FF79}" dt="2026-03-16T00:29:09.519" v="241" actId="164"/>
          <ac:spMkLst>
            <pc:docMk/>
            <pc:sldMk cId="516502562" sldId="262"/>
            <ac:spMk id="70" creationId="{92473D9F-F478-4B84-A769-952B16DF1CBA}"/>
          </ac:spMkLst>
        </pc:spChg>
        <pc:spChg chg="add mod">
          <ac:chgData name="성욱 진" userId="f47a80d7871cb125" providerId="LiveId" clId="{FDCBA572-350E-4C39-BF59-3626AC33FF79}" dt="2026-03-16T00:28:26.047" v="230" actId="164"/>
          <ac:spMkLst>
            <pc:docMk/>
            <pc:sldMk cId="516502562" sldId="262"/>
            <ac:spMk id="71" creationId="{67A99612-7F75-641D-203E-B47E2D5A96EF}"/>
          </ac:spMkLst>
        </pc:spChg>
        <pc:spChg chg="mod">
          <ac:chgData name="성욱 진" userId="f47a80d7871cb125" providerId="LiveId" clId="{FDCBA572-350E-4C39-BF59-3626AC33FF79}" dt="2026-03-16T00:29:12.009" v="242" actId="164"/>
          <ac:spMkLst>
            <pc:docMk/>
            <pc:sldMk cId="516502562" sldId="262"/>
            <ac:spMk id="73" creationId="{28E5CE96-8858-4C52-8435-5DC09847C5A4}"/>
          </ac:spMkLst>
        </pc:spChg>
        <pc:spChg chg="mod">
          <ac:chgData name="성욱 진" userId="f47a80d7871cb125" providerId="LiveId" clId="{FDCBA572-350E-4C39-BF59-3626AC33FF79}" dt="2026-03-16T00:29:12.009" v="242" actId="164"/>
          <ac:spMkLst>
            <pc:docMk/>
            <pc:sldMk cId="516502562" sldId="262"/>
            <ac:spMk id="74" creationId="{33C6CA1E-C2BE-44A9-9A62-F4165357E3D0}"/>
          </ac:spMkLst>
        </pc:spChg>
        <pc:spChg chg="mod">
          <ac:chgData name="성욱 진" userId="f47a80d7871cb125" providerId="LiveId" clId="{FDCBA572-350E-4C39-BF59-3626AC33FF79}" dt="2026-03-16T00:29:12.009" v="242" actId="164"/>
          <ac:spMkLst>
            <pc:docMk/>
            <pc:sldMk cId="516502562" sldId="262"/>
            <ac:spMk id="75" creationId="{34398574-4AA5-4653-AFA7-6BEF12BB4D56}"/>
          </ac:spMkLst>
        </pc:spChg>
        <pc:spChg chg="mod">
          <ac:chgData name="성욱 진" userId="f47a80d7871cb125" providerId="LiveId" clId="{FDCBA572-350E-4C39-BF59-3626AC33FF79}" dt="2026-03-16T00:28:32.140" v="233" actId="164"/>
          <ac:spMkLst>
            <pc:docMk/>
            <pc:sldMk cId="516502562" sldId="262"/>
            <ac:spMk id="81" creationId="{2A4AA00E-8339-4F85-B1C7-589BEDC8CF4D}"/>
          </ac:spMkLst>
        </pc:spChg>
        <pc:spChg chg="add mod">
          <ac:chgData name="성욱 진" userId="f47a80d7871cb125" providerId="LiveId" clId="{FDCBA572-350E-4C39-BF59-3626AC33FF79}" dt="2026-03-16T00:31:10.108" v="255" actId="1076"/>
          <ac:spMkLst>
            <pc:docMk/>
            <pc:sldMk cId="516502562" sldId="262"/>
            <ac:spMk id="83" creationId="{19E49A15-B6B9-F559-CC12-129021FD8C77}"/>
          </ac:spMkLst>
        </pc:spChg>
        <pc:spChg chg="mod">
          <ac:chgData name="성욱 진" userId="f47a80d7871cb125" providerId="LiveId" clId="{FDCBA572-350E-4C39-BF59-3626AC33FF79}" dt="2026-03-16T00:28:30.618" v="232" actId="164"/>
          <ac:spMkLst>
            <pc:docMk/>
            <pc:sldMk cId="516502562" sldId="262"/>
            <ac:spMk id="86" creationId="{24473E06-90D8-4991-84D5-414C55D21676}"/>
          </ac:spMkLst>
        </pc:spChg>
        <pc:spChg chg="mod">
          <ac:chgData name="성욱 진" userId="f47a80d7871cb125" providerId="LiveId" clId="{FDCBA572-350E-4C39-BF59-3626AC33FF79}" dt="2026-03-16T00:28:28.889" v="231" actId="164"/>
          <ac:spMkLst>
            <pc:docMk/>
            <pc:sldMk cId="516502562" sldId="262"/>
            <ac:spMk id="87" creationId="{C4453C60-DEAD-425F-9BAD-615EF48846F9}"/>
          </ac:spMkLst>
        </pc:spChg>
        <pc:spChg chg="mod">
          <ac:chgData name="성욱 진" userId="f47a80d7871cb125" providerId="LiveId" clId="{FDCBA572-350E-4C39-BF59-3626AC33FF79}" dt="2026-03-16T00:28:26.047" v="230" actId="164"/>
          <ac:spMkLst>
            <pc:docMk/>
            <pc:sldMk cId="516502562" sldId="262"/>
            <ac:spMk id="88" creationId="{360A3A34-68D8-4C9B-932A-918CC2B81EEF}"/>
          </ac:spMkLst>
        </pc:spChg>
        <pc:grpChg chg="add mod">
          <ac:chgData name="성욱 진" userId="f47a80d7871cb125" providerId="LiveId" clId="{FDCBA572-350E-4C39-BF59-3626AC33FF79}" dt="2026-03-16T00:29:12.009" v="242" actId="164"/>
          <ac:grpSpMkLst>
            <pc:docMk/>
            <pc:sldMk cId="516502562" sldId="262"/>
            <ac:grpSpMk id="76" creationId="{01601C30-0445-35EE-7C82-591A62886E0E}"/>
          </ac:grpSpMkLst>
        </pc:grpChg>
        <pc:grpChg chg="add mod">
          <ac:chgData name="성욱 진" userId="f47a80d7871cb125" providerId="LiveId" clId="{FDCBA572-350E-4C39-BF59-3626AC33FF79}" dt="2026-03-16T00:29:12.009" v="242" actId="164"/>
          <ac:grpSpMkLst>
            <pc:docMk/>
            <pc:sldMk cId="516502562" sldId="262"/>
            <ac:grpSpMk id="77" creationId="{716750A1-5037-6E8C-3094-2A7FA4A0B5D8}"/>
          </ac:grpSpMkLst>
        </pc:grpChg>
        <pc:grpChg chg="add mod">
          <ac:chgData name="성욱 진" userId="f47a80d7871cb125" providerId="LiveId" clId="{FDCBA572-350E-4C39-BF59-3626AC33FF79}" dt="2026-03-16T00:29:12.009" v="242" actId="164"/>
          <ac:grpSpMkLst>
            <pc:docMk/>
            <pc:sldMk cId="516502562" sldId="262"/>
            <ac:grpSpMk id="78" creationId="{380E0E4E-6240-ED53-C8A1-0F6ABA9A9300}"/>
          </ac:grpSpMkLst>
        </pc:grpChg>
        <pc:grpChg chg="add mod">
          <ac:chgData name="성욱 진" userId="f47a80d7871cb125" providerId="LiveId" clId="{FDCBA572-350E-4C39-BF59-3626AC33FF79}" dt="2026-03-16T00:29:12.009" v="242" actId="164"/>
          <ac:grpSpMkLst>
            <pc:docMk/>
            <pc:sldMk cId="516502562" sldId="262"/>
            <ac:grpSpMk id="79" creationId="{5979B09E-6D50-9E17-57BC-F3B87DF6950A}"/>
          </ac:grpSpMkLst>
        </pc:grpChg>
        <pc:grpChg chg="mod">
          <ac:chgData name="성욱 진" userId="f47a80d7871cb125" providerId="LiveId" clId="{FDCBA572-350E-4C39-BF59-3626AC33FF79}" dt="2026-03-16T00:29:25.616" v="244" actId="1076"/>
          <ac:grpSpMkLst>
            <pc:docMk/>
            <pc:sldMk cId="516502562" sldId="262"/>
            <ac:grpSpMk id="80" creationId="{7CB52254-85C2-08B3-FBC4-A58821E8A4AC}"/>
          </ac:grpSpMkLst>
        </pc:grpChg>
        <pc:grpChg chg="add mod">
          <ac:chgData name="성욱 진" userId="f47a80d7871cb125" providerId="LiveId" clId="{FDCBA572-350E-4C39-BF59-3626AC33FF79}" dt="2026-03-16T00:29:17.420" v="243" actId="1076"/>
          <ac:grpSpMkLst>
            <pc:docMk/>
            <pc:sldMk cId="516502562" sldId="262"/>
            <ac:grpSpMk id="82" creationId="{4BC95265-AD3E-8F5B-A826-E2BE4DC08A91}"/>
          </ac:grpSpMkLst>
        </pc:grpChg>
        <pc:picChg chg="add del mod modCrop">
          <ac:chgData name="성욱 진" userId="f47a80d7871cb125" providerId="LiveId" clId="{FDCBA572-350E-4C39-BF59-3626AC33FF79}" dt="2026-03-16T00:28:34.746" v="234" actId="478"/>
          <ac:picMkLst>
            <pc:docMk/>
            <pc:sldMk cId="516502562" sldId="262"/>
            <ac:picMk id="4" creationId="{9FBFA65C-5F6E-4378-B296-288C32F12BEE}"/>
          </ac:picMkLst>
        </pc:picChg>
        <pc:picChg chg="del">
          <ac:chgData name="성욱 진" userId="f47a80d7871cb125" providerId="LiveId" clId="{FDCBA572-350E-4C39-BF59-3626AC33FF79}" dt="2026-03-15T23:53:38.727" v="0" actId="21"/>
          <ac:picMkLst>
            <pc:docMk/>
            <pc:sldMk cId="516502562" sldId="262"/>
            <ac:picMk id="6" creationId="{9FBFA65C-5F6E-4378-B296-288C32F12BEE}"/>
          </ac:picMkLst>
        </pc:picChg>
        <pc:picChg chg="add mod">
          <ac:chgData name="성욱 진" userId="f47a80d7871cb125" providerId="LiveId" clId="{FDCBA572-350E-4C39-BF59-3626AC33FF79}" dt="2026-03-16T00:28:32.140" v="233" actId="164"/>
          <ac:picMkLst>
            <pc:docMk/>
            <pc:sldMk cId="516502562" sldId="262"/>
            <ac:picMk id="10" creationId="{E8EE32CE-1CA7-D339-66F7-B5A34DFEC333}"/>
          </ac:picMkLst>
        </pc:picChg>
        <pc:picChg chg="add mod">
          <ac:chgData name="성욱 진" userId="f47a80d7871cb125" providerId="LiveId" clId="{FDCBA572-350E-4C39-BF59-3626AC33FF79}" dt="2026-03-16T00:28:30.618" v="232" actId="164"/>
          <ac:picMkLst>
            <pc:docMk/>
            <pc:sldMk cId="516502562" sldId="262"/>
            <ac:picMk id="16" creationId="{D8283347-DEC1-659D-ED72-90CC966EF774}"/>
          </ac:picMkLst>
        </pc:picChg>
        <pc:picChg chg="add mod">
          <ac:chgData name="성욱 진" userId="f47a80d7871cb125" providerId="LiveId" clId="{FDCBA572-350E-4C39-BF59-3626AC33FF79}" dt="2026-03-16T00:28:28.889" v="231" actId="164"/>
          <ac:picMkLst>
            <pc:docMk/>
            <pc:sldMk cId="516502562" sldId="262"/>
            <ac:picMk id="19" creationId="{7AD22635-B441-76CE-C5E3-3F6988C56E3F}"/>
          </ac:picMkLst>
        </pc:picChg>
        <pc:picChg chg="add mod">
          <ac:chgData name="성욱 진" userId="f47a80d7871cb125" providerId="LiveId" clId="{FDCBA572-350E-4C39-BF59-3626AC33FF79}" dt="2026-03-16T00:28:26.047" v="230" actId="164"/>
          <ac:picMkLst>
            <pc:docMk/>
            <pc:sldMk cId="516502562" sldId="262"/>
            <ac:picMk id="22" creationId="{347D9A1A-1DB7-CC6B-4268-8D77B5F2427D}"/>
          </ac:picMkLst>
        </pc:picChg>
        <pc:picChg chg="mod">
          <ac:chgData name="성욱 진" userId="f47a80d7871cb125" providerId="LiveId" clId="{FDCBA572-350E-4C39-BF59-3626AC33FF79}" dt="2026-03-16T00:28:59.943" v="239" actId="1076"/>
          <ac:picMkLst>
            <pc:docMk/>
            <pc:sldMk cId="516502562" sldId="262"/>
            <ac:picMk id="72" creationId="{CF885F63-837F-4EA4-8ADE-65DE6F955CEF}"/>
          </ac:picMkLst>
        </pc:picChg>
        <pc:cxnChg chg="mod">
          <ac:chgData name="성욱 진" userId="f47a80d7871cb125" providerId="LiveId" clId="{FDCBA572-350E-4C39-BF59-3626AC33FF79}" dt="2026-03-16T00:28:43.099" v="237" actId="1076"/>
          <ac:cxnSpMkLst>
            <pc:docMk/>
            <pc:sldMk cId="516502562" sldId="262"/>
            <ac:cxnSpMk id="40" creationId="{08ADDB21-8512-4670-AA04-0DD7FE0D86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09CCD3A-AEFA-40D6-9A05-5E50EDBF10FF}"/>
              </a:ext>
            </a:extLst>
          </p:cNvPr>
          <p:cNvCxnSpPr>
            <a:cxnSpLocks/>
          </p:cNvCxnSpPr>
          <p:nvPr userDrawn="1"/>
        </p:nvCxnSpPr>
        <p:spPr>
          <a:xfrm>
            <a:off x="650471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52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78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121117D-B88A-4A41-89B1-ADE554ED215A}"/>
              </a:ext>
            </a:extLst>
          </p:cNvPr>
          <p:cNvCxnSpPr>
            <a:cxnSpLocks/>
          </p:cNvCxnSpPr>
          <p:nvPr userDrawn="1"/>
        </p:nvCxnSpPr>
        <p:spPr>
          <a:xfrm>
            <a:off x="548640" y="432262"/>
            <a:ext cx="798022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0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98B65-F4CB-4775-966C-7872B5CE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82CF15-065A-4E86-98D6-6B4B8F538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26CBE9-B69B-4656-B712-F462D22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7FE517-7134-4F0A-B4D4-C7270D80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DFE51-2A71-472E-8549-0DAC2880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529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BB7F5-13A7-459E-B2D6-A06A8482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DA95DE-6D2D-418A-9521-FD35A4647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EA2360-CBAA-4A4C-AB96-6CAF7DAB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3769A9-7C97-4F4A-AE99-4B069B07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B0818-745B-461D-AB35-3691F188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2600C-4A42-4BAD-AF29-D16E0F73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95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2B54E-9514-48BB-80C8-06CE73E0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E9F7CD-81AF-405C-9337-3B53A3EE2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92E1-A7B3-413C-9B04-FBA7DFC5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BAD67B-9ADD-43D5-BAFA-6CAF29CB6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0402B9-4588-46FF-808B-E3B2BFEA2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EEF440-0DF3-44BF-B0EC-2233B00F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7DF248-0F94-4C77-A8D0-65533173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0661E-5051-4F8D-B67A-D105C68E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72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CAE28-A7F4-4602-882D-3F448BE1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FD5CD8-A9E6-472B-8A59-3655D75B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86C6FA-9644-4139-81E9-5D35BC33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F01F6B-F18C-4AD4-A26B-E57C261D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8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FD921-A994-42F0-A43B-0F74D11B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2D510B-92E5-4598-A4CE-E818491A4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D3E6D-BEAA-4A86-BDD3-0EBFEBAB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4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2E319-B42B-4713-A473-FE70BB23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6CDA2-3ACF-4C5C-A16F-8ADE379F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6C05C4-B73F-4E72-ADEE-D9190B48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1BF957-2981-4A07-BD29-E98CAE041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244B6C-A6BD-447E-A94F-3A31A44F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776DD-A3EB-4192-BD3D-AA515767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33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7E3E-658B-4B52-AC00-272F8256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AA7F5C-1BF2-463A-900A-E018ECCF2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9A50FB-57FD-4543-9D76-5AB191E3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C7D4DF-48CA-4319-91F1-5A493488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69EDA-9065-4702-981C-63016C3E6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3D31E-F3B1-4EEB-9795-1C2D0A08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89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54A5-14B2-4291-A863-73823A1A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6842BE-4F5F-4B74-AF95-DA9ACDEC9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37454E-8FE0-45E3-B2E3-C826A13F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E775C-597D-443B-854D-669B59A0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F96C04-3DB6-480A-B5E6-FF8686C3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701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53F94E-8567-4C33-9AB4-A6E8CCEE8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A2845A-22F8-41D6-BFCB-08804FB79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55E065-89AB-4DED-A937-D1E6107F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0EA28-3F79-4129-89BB-9B4F3481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F2A2C-DCBF-4E05-91E9-E92A2841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8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1C4B5-CA61-4910-B10C-1C098273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B36EE4-4BF2-40DD-8668-A75C525A6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15CE2E-315A-4BAC-9725-6A067A289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1FBC4-7606-4365-936D-FA197F527325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B9479-A290-4A37-BE6F-BADF5422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0BC4E-1098-4A08-8E69-617DE6553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196E50-242B-4D51-B40C-EA1808E5B1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31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2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7.svg"/><Relationship Id="rId10" Type="http://schemas.openxmlformats.org/officeDocument/2006/relationships/image" Target="../media/image20.sv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svg"/><Relationship Id="rId11" Type="http://schemas.openxmlformats.org/officeDocument/2006/relationships/image" Target="../media/image31.png"/><Relationship Id="rId5" Type="http://schemas.openxmlformats.org/officeDocument/2006/relationships/image" Target="../media/image1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2C2E5547-8B93-4929-A4AD-0D273BF17DC5}"/>
              </a:ext>
            </a:extLst>
          </p:cNvPr>
          <p:cNvSpPr txBox="1">
            <a:spLocks/>
          </p:cNvSpPr>
          <p:nvPr/>
        </p:nvSpPr>
        <p:spPr>
          <a:xfrm>
            <a:off x="829985" y="431003"/>
            <a:ext cx="3195730" cy="423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8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PROJECT PROPOSAL</a:t>
            </a:r>
            <a:endParaRPr lang="ko-KR" altLang="en-US" sz="1800" spc="300" dirty="0">
              <a:solidFill>
                <a:schemeClr val="tx1">
                  <a:lumMod val="65000"/>
                  <a:lumOff val="35000"/>
                </a:schemeClr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56EAB5D-4F9B-44D3-A8F0-CE786E258A94}"/>
              </a:ext>
            </a:extLst>
          </p:cNvPr>
          <p:cNvSpPr txBox="1">
            <a:spLocks/>
          </p:cNvSpPr>
          <p:nvPr/>
        </p:nvSpPr>
        <p:spPr>
          <a:xfrm>
            <a:off x="829985" y="1277609"/>
            <a:ext cx="6676922" cy="26120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ko-KR" altLang="en-US" sz="4400" spc="3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서울시 자치구별 </a:t>
            </a:r>
            <a:endParaRPr lang="en-US" altLang="ko-KR" sz="4400" spc="300" dirty="0">
              <a:latin typeface="a시월구일3" panose="02020600000000000000" pitchFamily="18" charset="-127"/>
              <a:ea typeface="a시월구일3" panose="02020600000000000000" pitchFamily="18" charset="-127"/>
            </a:endParaRPr>
          </a:p>
          <a:p>
            <a:pPr algn="l">
              <a:lnSpc>
                <a:spcPct val="130000"/>
              </a:lnSpc>
            </a:pPr>
            <a:r>
              <a:rPr lang="ko-KR" altLang="en-US" sz="4400" spc="3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미세먼지 보건 취약도 </a:t>
            </a:r>
            <a:endParaRPr lang="en-US" altLang="ko-KR" sz="4400" spc="300" dirty="0">
              <a:latin typeface="a시월구일3" panose="02020600000000000000" pitchFamily="18" charset="-127"/>
              <a:ea typeface="a시월구일3" panose="02020600000000000000" pitchFamily="18" charset="-127"/>
            </a:endParaRPr>
          </a:p>
          <a:p>
            <a:pPr algn="l">
              <a:lnSpc>
                <a:spcPct val="130000"/>
              </a:lnSpc>
            </a:pPr>
            <a:r>
              <a:rPr lang="ko-KR" altLang="en-US" sz="4400" spc="300" dirty="0">
                <a:latin typeface="a시월구일3" panose="02020600000000000000" pitchFamily="18" charset="-127"/>
                <a:ea typeface="a시월구일3" panose="02020600000000000000" pitchFamily="18" charset="-127"/>
              </a:rPr>
              <a:t>등급 분류 모델 개발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3A4FB8F-BACC-4713-87B3-DED36C01DB8F}"/>
              </a:ext>
            </a:extLst>
          </p:cNvPr>
          <p:cNvCxnSpPr>
            <a:cxnSpLocks/>
          </p:cNvCxnSpPr>
          <p:nvPr/>
        </p:nvCxnSpPr>
        <p:spPr>
          <a:xfrm>
            <a:off x="906185" y="854306"/>
            <a:ext cx="567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615DEF0C-95EF-467E-B7EF-6245093BD5CB}"/>
              </a:ext>
            </a:extLst>
          </p:cNvPr>
          <p:cNvSpPr txBox="1">
            <a:spLocks/>
          </p:cNvSpPr>
          <p:nvPr/>
        </p:nvSpPr>
        <p:spPr>
          <a:xfrm>
            <a:off x="829985" y="4070413"/>
            <a:ext cx="4999315" cy="41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 err="1">
                <a:latin typeface="a시월구일1" panose="02020600000000000000" pitchFamily="18" charset="-127"/>
                <a:ea typeface="a시월구일1" panose="02020600000000000000" pitchFamily="18" charset="-127"/>
              </a:rPr>
              <a:t>머신러닝</a:t>
            </a:r>
            <a:r>
              <a:rPr lang="ko-KR" altLang="en-US" sz="20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 기반 </a:t>
            </a:r>
            <a:r>
              <a:rPr lang="en-US" altLang="ko-KR" sz="2000" dirty="0">
                <a:latin typeface="a시월구일1" panose="02020600000000000000" pitchFamily="18" charset="-127"/>
                <a:ea typeface="a시월구일1" panose="02020600000000000000" pitchFamily="18" charset="-127"/>
              </a:rPr>
              <a:t>Classification Model</a:t>
            </a:r>
            <a:endParaRPr lang="ko-KR" altLang="en-US" sz="2000" dirty="0">
              <a:latin typeface="a시월구일1" panose="02020600000000000000" pitchFamily="18" charset="-127"/>
              <a:ea typeface="a시월구일1" panose="02020600000000000000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D67502-7674-4AEC-9490-BE720DDDB019}"/>
              </a:ext>
            </a:extLst>
          </p:cNvPr>
          <p:cNvGrpSpPr/>
          <p:nvPr/>
        </p:nvGrpSpPr>
        <p:grpSpPr>
          <a:xfrm>
            <a:off x="829985" y="5254110"/>
            <a:ext cx="5266015" cy="749584"/>
            <a:chOff x="829985" y="4992503"/>
            <a:chExt cx="5266015" cy="749584"/>
          </a:xfrm>
        </p:grpSpPr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5963AA9B-179B-4820-BEDE-45A0E81B1DD5}"/>
                </a:ext>
              </a:extLst>
            </p:cNvPr>
            <p:cNvSpPr txBox="1">
              <a:spLocks/>
            </p:cNvSpPr>
            <p:nvPr/>
          </p:nvSpPr>
          <p:spPr>
            <a:xfrm>
              <a:off x="829985" y="4992503"/>
              <a:ext cx="1341715" cy="4139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77800" indent="-1778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a시월구일2" panose="02020600000000000000" pitchFamily="18" charset="-127"/>
                  <a:ea typeface="a시월구일2" panose="02020600000000000000" pitchFamily="18" charset="-127"/>
                </a:rPr>
                <a:t>개발 기간</a:t>
              </a:r>
            </a:p>
          </p:txBody>
        </p:sp>
        <p:sp>
          <p:nvSpPr>
            <p:cNvPr id="12" name="제목 1">
              <a:extLst>
                <a:ext uri="{FF2B5EF4-FFF2-40B4-BE49-F238E27FC236}">
                  <a16:creationId xmlns:a16="http://schemas.microsoft.com/office/drawing/2014/main" id="{558FE02F-E547-4FCD-AD02-0B8DB31EDA64}"/>
                </a:ext>
              </a:extLst>
            </p:cNvPr>
            <p:cNvSpPr txBox="1">
              <a:spLocks/>
            </p:cNvSpPr>
            <p:nvPr/>
          </p:nvSpPr>
          <p:spPr>
            <a:xfrm>
              <a:off x="829985" y="5328156"/>
              <a:ext cx="1341715" cy="4139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77800" indent="-1778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latin typeface="a시월구일2" panose="02020600000000000000" pitchFamily="18" charset="-127"/>
                  <a:ea typeface="a시월구일2" panose="02020600000000000000" pitchFamily="18" charset="-127"/>
                </a:rPr>
                <a:t>제작</a:t>
              </a:r>
            </a:p>
          </p:txBody>
        </p:sp>
        <p:sp>
          <p:nvSpPr>
            <p:cNvPr id="13" name="제목 1">
              <a:extLst>
                <a:ext uri="{FF2B5EF4-FFF2-40B4-BE49-F238E27FC236}">
                  <a16:creationId xmlns:a16="http://schemas.microsoft.com/office/drawing/2014/main" id="{6DCD28C2-F01E-47E4-9A35-385BE5944A69}"/>
                </a:ext>
              </a:extLst>
            </p:cNvPr>
            <p:cNvSpPr txBox="1">
              <a:spLocks/>
            </p:cNvSpPr>
            <p:nvPr/>
          </p:nvSpPr>
          <p:spPr>
            <a:xfrm>
              <a:off x="2171700" y="4992503"/>
              <a:ext cx="3924300" cy="4139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ko-KR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2026.03.17 ~ 2026.04.17 (</a:t>
              </a:r>
              <a:r>
                <a:rPr lang="ko-KR" altLang="en-US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약</a:t>
              </a:r>
              <a:r>
                <a:rPr lang="en-US" altLang="ko-KR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1</a:t>
              </a:r>
              <a:r>
                <a:rPr lang="ko-KR" altLang="en-US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개월</a:t>
              </a:r>
              <a:r>
                <a:rPr lang="en-US" altLang="ko-KR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)</a:t>
              </a:r>
              <a:endPara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  <p:sp>
          <p:nvSpPr>
            <p:cNvPr id="14" name="제목 1">
              <a:extLst>
                <a:ext uri="{FF2B5EF4-FFF2-40B4-BE49-F238E27FC236}">
                  <a16:creationId xmlns:a16="http://schemas.microsoft.com/office/drawing/2014/main" id="{05BCAF62-D4BF-460D-8135-96EB901E9318}"/>
                </a:ext>
              </a:extLst>
            </p:cNvPr>
            <p:cNvSpPr txBox="1">
              <a:spLocks/>
            </p:cNvSpPr>
            <p:nvPr/>
          </p:nvSpPr>
          <p:spPr>
            <a:xfrm>
              <a:off x="2171700" y="5328155"/>
              <a:ext cx="3924300" cy="4139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생성형 </a:t>
              </a:r>
              <a:r>
                <a:rPr lang="en-US" altLang="ko-KR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AI </a:t>
              </a:r>
              <a:r>
                <a:rPr lang="ko-KR" altLang="en-US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개발자 양성과정 </a:t>
              </a:r>
              <a:r>
                <a:rPr lang="en-US" altLang="ko-KR" sz="1400" dirty="0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| </a:t>
              </a:r>
              <a:r>
                <a:rPr lang="ko-KR" altLang="en-US" sz="1400" dirty="0" err="1">
                  <a:latin typeface="a시월구일1" panose="02020600000000000000" pitchFamily="18" charset="-127"/>
                  <a:ea typeface="a시월구일1" panose="02020600000000000000" pitchFamily="18" charset="-127"/>
                </a:rPr>
                <a:t>진성욱</a:t>
              </a:r>
              <a:endPara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701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FDF7E-2ABE-9DB9-5414-CDB14008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0FE417CE-0DF4-49BF-8FD7-CA463F91BA6D}"/>
              </a:ext>
            </a:extLst>
          </p:cNvPr>
          <p:cNvSpPr/>
          <p:nvPr/>
        </p:nvSpPr>
        <p:spPr>
          <a:xfrm>
            <a:off x="152400" y="5549551"/>
            <a:ext cx="11873314" cy="107085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ADFB02-C265-4772-B225-91DA3691F715}"/>
              </a:ext>
            </a:extLst>
          </p:cNvPr>
          <p:cNvSpPr txBox="1"/>
          <p:nvPr/>
        </p:nvSpPr>
        <p:spPr>
          <a:xfrm>
            <a:off x="544851" y="379988"/>
            <a:ext cx="1897955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프로젝트 개요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2DEB8D-59AF-4E76-AEA1-B4474DD6AAC3}"/>
              </a:ext>
            </a:extLst>
          </p:cNvPr>
          <p:cNvSpPr txBox="1"/>
          <p:nvPr/>
        </p:nvSpPr>
        <p:spPr>
          <a:xfrm>
            <a:off x="544851" y="889427"/>
            <a:ext cx="4964501" cy="53322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서울시 자치구별 미세먼지와 건강 데이터를 분석하여</a:t>
            </a:r>
            <a:endParaRPr lang="en-US" altLang="ko-KR" sz="14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  <a:p>
            <a:pPr>
              <a:lnSpc>
                <a:spcPct val="130000"/>
              </a:lnSpc>
            </a:pPr>
            <a:r>
              <a:rPr lang="ko-KR" altLang="en-US" sz="1400" dirty="0" err="1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머신러닝</a:t>
            </a:r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 기반 건강 위험도 등급을 분류하고 </a:t>
            </a:r>
            <a:r>
              <a:rPr lang="ko-KR" altLang="en-US" sz="1400" dirty="0" err="1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시각화하는</a:t>
            </a:r>
            <a:r>
              <a:rPr lang="ko-KR" altLang="en-US" sz="14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 시스템</a:t>
            </a:r>
            <a:endParaRPr lang="en-US" altLang="ko-KR" sz="14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5FFED4A5-7F9B-42F2-8A7F-914E6CE18FFD}"/>
              </a:ext>
            </a:extLst>
          </p:cNvPr>
          <p:cNvSpPr/>
          <p:nvPr/>
        </p:nvSpPr>
        <p:spPr>
          <a:xfrm>
            <a:off x="6211068" y="1651294"/>
            <a:ext cx="5814646" cy="172596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ED5BC60-0C7D-4FF9-8473-646C8ED129FF}"/>
              </a:ext>
            </a:extLst>
          </p:cNvPr>
          <p:cNvSpPr/>
          <p:nvPr/>
        </p:nvSpPr>
        <p:spPr>
          <a:xfrm>
            <a:off x="152400" y="1651294"/>
            <a:ext cx="5814646" cy="172458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65ED10CD-F0ED-42E1-846F-8DBCCBF7DBC3}"/>
              </a:ext>
            </a:extLst>
          </p:cNvPr>
          <p:cNvSpPr/>
          <p:nvPr/>
        </p:nvSpPr>
        <p:spPr>
          <a:xfrm>
            <a:off x="152400" y="3645044"/>
            <a:ext cx="5814646" cy="172596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92DDF5F-AFEF-4D40-8745-69C82947F719}"/>
              </a:ext>
            </a:extLst>
          </p:cNvPr>
          <p:cNvSpPr/>
          <p:nvPr/>
        </p:nvSpPr>
        <p:spPr>
          <a:xfrm>
            <a:off x="6224954" y="3645044"/>
            <a:ext cx="5814646" cy="172596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A04D3E-B547-4619-B6E9-852437F94E3A}"/>
              </a:ext>
            </a:extLst>
          </p:cNvPr>
          <p:cNvSpPr txBox="1"/>
          <p:nvPr/>
        </p:nvSpPr>
        <p:spPr>
          <a:xfrm>
            <a:off x="1130289" y="1846803"/>
            <a:ext cx="1344920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프로젝트 명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4" panose="02020600000000000000" pitchFamily="18" charset="-127"/>
              <a:ea typeface="a시월구일4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82AC70E-D369-45A8-9996-D462BCBDA475}"/>
              </a:ext>
            </a:extLst>
          </p:cNvPr>
          <p:cNvSpPr txBox="1"/>
          <p:nvPr/>
        </p:nvSpPr>
        <p:spPr>
          <a:xfrm>
            <a:off x="1130290" y="2396007"/>
            <a:ext cx="4762510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서울시 자치구별 미세먼지 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보건 취약도 등급 분류 모델 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0F2605C-6ACF-4948-8660-EACC4B3218EC}"/>
              </a:ext>
            </a:extLst>
          </p:cNvPr>
          <p:cNvSpPr txBox="1"/>
          <p:nvPr/>
        </p:nvSpPr>
        <p:spPr>
          <a:xfrm>
            <a:off x="7312354" y="1905575"/>
            <a:ext cx="1098058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개발 분야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4" panose="02020600000000000000" pitchFamily="18" charset="-127"/>
              <a:ea typeface="a시월구일4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A69A0C8-9CEA-45A4-B378-F913F64486B2}"/>
              </a:ext>
            </a:extLst>
          </p:cNvPr>
          <p:cNvSpPr txBox="1"/>
          <p:nvPr/>
        </p:nvSpPr>
        <p:spPr>
          <a:xfrm>
            <a:off x="7112870" y="2490819"/>
            <a:ext cx="4762510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50000"/>
              </a:lnSpc>
            </a:pPr>
            <a:r>
              <a:rPr kumimoji="1" lang="ko-KR" altLang="en-US" sz="1600" dirty="0" err="1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머신러닝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 기반 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분류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(Classification) 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모델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1515E1C-57DC-4AE2-91AB-A1F75EE8AE9C}"/>
              </a:ext>
            </a:extLst>
          </p:cNvPr>
          <p:cNvSpPr txBox="1"/>
          <p:nvPr/>
        </p:nvSpPr>
        <p:spPr>
          <a:xfrm>
            <a:off x="1222963" y="3867903"/>
            <a:ext cx="1099660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개발 기간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4" panose="02020600000000000000" pitchFamily="18" charset="-127"/>
              <a:ea typeface="a시월구일4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0DB6CD-D44C-4774-B9FF-428EDA30A2FD}"/>
              </a:ext>
            </a:extLst>
          </p:cNvPr>
          <p:cNvSpPr txBox="1"/>
          <p:nvPr/>
        </p:nvSpPr>
        <p:spPr>
          <a:xfrm>
            <a:off x="7312354" y="3826792"/>
            <a:ext cx="1099660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개발 인원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4" panose="02020600000000000000" pitchFamily="18" charset="-127"/>
              <a:ea typeface="a시월구일4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2CD95EE-66CC-40CD-9090-9F9A1E1DF91C}"/>
              </a:ext>
            </a:extLst>
          </p:cNvPr>
          <p:cNvSpPr txBox="1"/>
          <p:nvPr/>
        </p:nvSpPr>
        <p:spPr>
          <a:xfrm>
            <a:off x="1154573" y="4498566"/>
            <a:ext cx="2927360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2026.03.17 ~ 04.17 </a:t>
            </a:r>
          </a:p>
          <a:p>
            <a:pPr>
              <a:lnSpc>
                <a:spcPct val="130000"/>
              </a:lnSpc>
            </a:pP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(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약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1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개월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D0243F3-54D0-4BCE-9914-3D481F4064DF}"/>
              </a:ext>
            </a:extLst>
          </p:cNvPr>
          <p:cNvSpPr txBox="1"/>
          <p:nvPr/>
        </p:nvSpPr>
        <p:spPr>
          <a:xfrm>
            <a:off x="7137153" y="4498566"/>
            <a:ext cx="4762510" cy="6521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50000"/>
              </a:lnSpc>
            </a:pPr>
            <a:r>
              <a:rPr kumimoji="1" lang="ko-KR" altLang="en-US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총 </a:t>
            </a:r>
            <a:r>
              <a:rPr kumimoji="1" lang="en-US" altLang="ko-KR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2</a:t>
            </a:r>
            <a:r>
              <a:rPr kumimoji="1" lang="ko-KR" altLang="en-US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명</a:t>
            </a:r>
            <a:endParaRPr kumimoji="1" lang="en-US" altLang="ko-KR" sz="15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kumimoji="1" lang="en-US" altLang="ko-KR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</a:t>
            </a:r>
            <a:r>
              <a:rPr kumimoji="1" lang="ko-KR" altLang="en-US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데이터 분석 및 분류 모델 개발 담당</a:t>
            </a:r>
            <a:r>
              <a:rPr kumimoji="1" lang="en-US" altLang="ko-KR" sz="15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)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0DD646D-920B-4234-BA41-FA6EA7989E7E}"/>
              </a:ext>
            </a:extLst>
          </p:cNvPr>
          <p:cNvGrpSpPr/>
          <p:nvPr/>
        </p:nvGrpSpPr>
        <p:grpSpPr>
          <a:xfrm>
            <a:off x="6439237" y="3803520"/>
            <a:ext cx="658835" cy="658835"/>
            <a:chOff x="523645" y="3960769"/>
            <a:chExt cx="658835" cy="658835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A8CA19B-1C5E-48BB-AED5-E69D46C40ABE}"/>
                </a:ext>
              </a:extLst>
            </p:cNvPr>
            <p:cNvSpPr/>
            <p:nvPr/>
          </p:nvSpPr>
          <p:spPr>
            <a:xfrm>
              <a:off x="523645" y="3960769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6" name="그래픽 45" descr="사용자 단색으로 채워진">
              <a:extLst>
                <a:ext uri="{FF2B5EF4-FFF2-40B4-BE49-F238E27FC236}">
                  <a16:creationId xmlns:a16="http://schemas.microsoft.com/office/drawing/2014/main" id="{006C9251-0891-4122-AAAB-072305060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7062" y="4055510"/>
              <a:ext cx="432000" cy="432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EF574BC-72B3-4F97-BF5F-E6CBC3195622}"/>
              </a:ext>
            </a:extLst>
          </p:cNvPr>
          <p:cNvGrpSpPr/>
          <p:nvPr/>
        </p:nvGrpSpPr>
        <p:grpSpPr>
          <a:xfrm>
            <a:off x="289045" y="3834332"/>
            <a:ext cx="658835" cy="658835"/>
            <a:chOff x="523645" y="2770165"/>
            <a:chExt cx="658835" cy="65883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FF365A4-8482-4B6A-BFDF-8C0E23681FC7}"/>
                </a:ext>
              </a:extLst>
            </p:cNvPr>
            <p:cNvSpPr/>
            <p:nvPr/>
          </p:nvSpPr>
          <p:spPr>
            <a:xfrm>
              <a:off x="523645" y="2770165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ED6A825-7183-4814-8AAB-EC73AA0AF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062" y="2883582"/>
              <a:ext cx="432000" cy="432000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CFFF474-CAFE-44CC-97DF-FCAE8215A041}"/>
              </a:ext>
            </a:extLst>
          </p:cNvPr>
          <p:cNvGrpSpPr/>
          <p:nvPr/>
        </p:nvGrpSpPr>
        <p:grpSpPr>
          <a:xfrm>
            <a:off x="289045" y="5736264"/>
            <a:ext cx="11500493" cy="676271"/>
            <a:chOff x="100675" y="5814078"/>
            <a:chExt cx="11500493" cy="67627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181747-C65A-4E00-BE01-5F9FF020EAB8}"/>
                </a:ext>
              </a:extLst>
            </p:cNvPr>
            <p:cNvSpPr txBox="1"/>
            <p:nvPr/>
          </p:nvSpPr>
          <p:spPr>
            <a:xfrm>
              <a:off x="842284" y="5814078"/>
              <a:ext cx="1109406" cy="2531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+mj-cs"/>
                </a:rPr>
                <a:t>TECH STACK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10AD703-93EA-4CA2-9821-5EFC00794A62}"/>
                </a:ext>
              </a:extLst>
            </p:cNvPr>
            <p:cNvSpPr txBox="1"/>
            <p:nvPr/>
          </p:nvSpPr>
          <p:spPr>
            <a:xfrm>
              <a:off x="964176" y="6160932"/>
              <a:ext cx="865622" cy="2893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600" dirty="0">
                  <a:latin typeface="a시월구일2" panose="02020600000000000000" pitchFamily="18" charset="-127"/>
                  <a:ea typeface="a시월구일2" panose="02020600000000000000" pitchFamily="18" charset="-127"/>
                  <a:cs typeface="+mj-cs"/>
                </a:rPr>
                <a:t>사용 기술</a:t>
              </a:r>
              <a:endParaRPr lang="en-US" altLang="ko-KR" sz="1600" dirty="0">
                <a:latin typeface="a시월구일2" panose="02020600000000000000" pitchFamily="18" charset="-127"/>
                <a:ea typeface="a시월구일2" panose="02020600000000000000" pitchFamily="18" charset="-127"/>
                <a:cs typeface="+mj-cs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9993772-4129-42E9-8836-F92DD479718C}"/>
                </a:ext>
              </a:extLst>
            </p:cNvPr>
            <p:cNvSpPr/>
            <p:nvPr/>
          </p:nvSpPr>
          <p:spPr>
            <a:xfrm>
              <a:off x="2172392" y="6146172"/>
              <a:ext cx="1690471" cy="28931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rPr>
                <a:t>Python</a:t>
              </a:r>
              <a:endParaRPr lang="ko-KR" altLang="en-US" sz="1400" dirty="0">
                <a:solidFill>
                  <a:schemeClr val="tx1"/>
                </a:solidFill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EE70C9D4-10E6-4911-B25B-D1D2F767C5B6}"/>
                </a:ext>
              </a:extLst>
            </p:cNvPr>
            <p:cNvSpPr/>
            <p:nvPr/>
          </p:nvSpPr>
          <p:spPr>
            <a:xfrm>
              <a:off x="4099018" y="6146172"/>
              <a:ext cx="1690471" cy="28931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rPr>
                <a:t>Pandas</a:t>
              </a:r>
              <a:endParaRPr lang="ko-KR" altLang="en-US" sz="1400" dirty="0">
                <a:solidFill>
                  <a:schemeClr val="tx1"/>
                </a:solidFill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63922D9B-A9B2-4C66-A584-53E3FCA324B9}"/>
                </a:ext>
              </a:extLst>
            </p:cNvPr>
            <p:cNvSpPr/>
            <p:nvPr/>
          </p:nvSpPr>
          <p:spPr>
            <a:xfrm>
              <a:off x="6025644" y="6146172"/>
              <a:ext cx="1691623" cy="28931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rPr>
                <a:t>Scikit-learn</a:t>
              </a:r>
              <a:endParaRPr lang="ko-KR" altLang="en-US" sz="1400" dirty="0">
                <a:solidFill>
                  <a:schemeClr val="tx1"/>
                </a:solidFill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83C83F7-956D-445B-BBEB-488784A38169}"/>
                </a:ext>
              </a:extLst>
            </p:cNvPr>
            <p:cNvSpPr/>
            <p:nvPr/>
          </p:nvSpPr>
          <p:spPr>
            <a:xfrm>
              <a:off x="7953422" y="6146172"/>
              <a:ext cx="1690471" cy="28931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rPr>
                <a:t>Flask</a:t>
              </a:r>
              <a:endParaRPr lang="ko-KR" altLang="en-US" sz="1400" dirty="0">
                <a:solidFill>
                  <a:schemeClr val="tx1"/>
                </a:solidFill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33814CE-89E0-48E1-B2BC-4E820B2AD9F1}"/>
                </a:ext>
              </a:extLst>
            </p:cNvPr>
            <p:cNvGrpSpPr/>
            <p:nvPr/>
          </p:nvGrpSpPr>
          <p:grpSpPr>
            <a:xfrm>
              <a:off x="100675" y="5831514"/>
              <a:ext cx="658835" cy="658835"/>
              <a:chOff x="523645" y="5131975"/>
              <a:chExt cx="658835" cy="658835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A3A3257E-8315-4C68-8853-54BD3EC4EBF8}"/>
                  </a:ext>
                </a:extLst>
              </p:cNvPr>
              <p:cNvSpPr/>
              <p:nvPr/>
            </p:nvSpPr>
            <p:spPr>
              <a:xfrm>
                <a:off x="523645" y="5131975"/>
                <a:ext cx="658835" cy="65883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4F7A112A-BDFA-4024-AA73-E70990EA53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7062" y="5245392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D6B4135B-E6BA-4AB9-A6C1-72535B27DF45}"/>
                </a:ext>
              </a:extLst>
            </p:cNvPr>
            <p:cNvSpPr/>
            <p:nvPr/>
          </p:nvSpPr>
          <p:spPr>
            <a:xfrm>
              <a:off x="9910697" y="6146172"/>
              <a:ext cx="1690471" cy="28931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rPr>
                <a:t>Bootstrap</a:t>
              </a:r>
              <a:endParaRPr lang="ko-KR" altLang="en-US" sz="1400" dirty="0">
                <a:solidFill>
                  <a:schemeClr val="tx1"/>
                </a:solidFill>
                <a:latin typeface="a시월구일1" panose="02020600000000000000" pitchFamily="18" charset="-127"/>
                <a:ea typeface="a시월구일1" panose="02020600000000000000" pitchFamily="18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CD2C80D8-F77C-4E12-9C8C-B89D6324ED6E}"/>
              </a:ext>
            </a:extLst>
          </p:cNvPr>
          <p:cNvGrpSpPr/>
          <p:nvPr/>
        </p:nvGrpSpPr>
        <p:grpSpPr>
          <a:xfrm>
            <a:off x="6470480" y="1811177"/>
            <a:ext cx="658835" cy="658835"/>
            <a:chOff x="523645" y="1618473"/>
            <a:chExt cx="658835" cy="658835"/>
          </a:xfrm>
        </p:grpSpPr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CDB7DC07-E3BA-4C09-BEFB-69504291DE6D}"/>
                </a:ext>
              </a:extLst>
            </p:cNvPr>
            <p:cNvSpPr/>
            <p:nvPr/>
          </p:nvSpPr>
          <p:spPr>
            <a:xfrm>
              <a:off x="523645" y="1618473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E8FCEA6F-D3FB-4998-803B-1A089EA68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062" y="1731890"/>
              <a:ext cx="432000" cy="432000"/>
            </a:xfrm>
            <a:prstGeom prst="rect">
              <a:avLst/>
            </a:prstGeom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BA32E08A-0D57-47B5-8E48-F94E67E5A22B}"/>
              </a:ext>
            </a:extLst>
          </p:cNvPr>
          <p:cNvGrpSpPr/>
          <p:nvPr/>
        </p:nvGrpSpPr>
        <p:grpSpPr>
          <a:xfrm>
            <a:off x="289045" y="1811177"/>
            <a:ext cx="658835" cy="658835"/>
            <a:chOff x="289045" y="1811177"/>
            <a:chExt cx="658835" cy="658835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4D3C94D-F18D-43A8-90BD-93D37BFE9E2F}"/>
                </a:ext>
              </a:extLst>
            </p:cNvPr>
            <p:cNvSpPr/>
            <p:nvPr/>
          </p:nvSpPr>
          <p:spPr>
            <a:xfrm>
              <a:off x="289045" y="1811177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0D18C965-DC4B-458A-892F-E0379A4BD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462" y="1924594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02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F063434-5941-48E7-B991-5BB8B97E7344}"/>
              </a:ext>
            </a:extLst>
          </p:cNvPr>
          <p:cNvSpPr/>
          <p:nvPr/>
        </p:nvSpPr>
        <p:spPr>
          <a:xfrm>
            <a:off x="308143" y="1513480"/>
            <a:ext cx="3698592" cy="270455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F0A0DD1-E29D-4772-8FC7-2660F85C6F64}"/>
              </a:ext>
            </a:extLst>
          </p:cNvPr>
          <p:cNvSpPr/>
          <p:nvPr/>
        </p:nvSpPr>
        <p:spPr>
          <a:xfrm>
            <a:off x="8267364" y="1513480"/>
            <a:ext cx="3698592" cy="270455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1D1B830-3817-4A86-9CFB-139DDCB33246}"/>
              </a:ext>
            </a:extLst>
          </p:cNvPr>
          <p:cNvSpPr/>
          <p:nvPr/>
        </p:nvSpPr>
        <p:spPr>
          <a:xfrm>
            <a:off x="4276096" y="1513480"/>
            <a:ext cx="3698592" cy="2704559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B0B980-7AA0-4EA7-9088-AE53E8D0846C}"/>
              </a:ext>
            </a:extLst>
          </p:cNvPr>
          <p:cNvSpPr txBox="1"/>
          <p:nvPr/>
        </p:nvSpPr>
        <p:spPr>
          <a:xfrm>
            <a:off x="516749" y="379988"/>
            <a:ext cx="3023264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추진 배경 </a:t>
            </a:r>
            <a:r>
              <a:rPr lang="en-US" altLang="ko-KR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&amp; </a:t>
            </a: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개발 의도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FC6F89-109C-4ED7-BCAD-E5A75C2E3264}"/>
              </a:ext>
            </a:extLst>
          </p:cNvPr>
          <p:cNvSpPr txBox="1"/>
          <p:nvPr/>
        </p:nvSpPr>
        <p:spPr>
          <a:xfrm>
            <a:off x="516749" y="889427"/>
            <a:ext cx="2853345" cy="4570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미세먼지와 시민 건강 간 상관관계 분석 및</a:t>
            </a:r>
            <a:endParaRPr lang="en-US" altLang="ko-KR" sz="12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데이터 기반 위험도 모델링 필요성</a:t>
            </a:r>
            <a:endParaRPr lang="en-US" altLang="ko-KR" sz="12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063D36-8005-4692-A914-ADC9D44C4267}"/>
              </a:ext>
            </a:extLst>
          </p:cNvPr>
          <p:cNvSpPr txBox="1"/>
          <p:nvPr/>
        </p:nvSpPr>
        <p:spPr>
          <a:xfrm>
            <a:off x="1198042" y="2579142"/>
            <a:ext cx="1918795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문제 인식의 전환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866BAC-A7D4-4EE5-8B21-E26A1478EED9}"/>
              </a:ext>
            </a:extLst>
          </p:cNvPr>
          <p:cNvSpPr txBox="1"/>
          <p:nvPr/>
        </p:nvSpPr>
        <p:spPr>
          <a:xfrm>
            <a:off x="451848" y="3104790"/>
            <a:ext cx="3411183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단순한 환경 문제가 아니라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시민 건강과 직결되는 보건 문제 인식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566FBA-ED94-460E-A402-FA813162131E}"/>
              </a:ext>
            </a:extLst>
          </p:cNvPr>
          <p:cNvSpPr txBox="1"/>
          <p:nvPr/>
        </p:nvSpPr>
        <p:spPr>
          <a:xfrm>
            <a:off x="1289028" y="2291371"/>
            <a:ext cx="1736822" cy="3262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PARADIGM SHIFT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87DAAD5-015E-4516-979B-0436619781F7}"/>
              </a:ext>
            </a:extLst>
          </p:cNvPr>
          <p:cNvGrpSpPr/>
          <p:nvPr/>
        </p:nvGrpSpPr>
        <p:grpSpPr>
          <a:xfrm>
            <a:off x="1828022" y="1653951"/>
            <a:ext cx="658835" cy="658835"/>
            <a:chOff x="1828022" y="1653951"/>
            <a:chExt cx="658835" cy="658835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0F586FC-CE97-4315-83A8-90F4E0AAF1BB}"/>
                </a:ext>
              </a:extLst>
            </p:cNvPr>
            <p:cNvSpPr/>
            <p:nvPr/>
          </p:nvSpPr>
          <p:spPr>
            <a:xfrm>
              <a:off x="1828022" y="1653951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D9F79A69-B897-4CE2-AB01-646E63C20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1439" y="1767368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C188F3C-0F05-4338-8CAA-29505F626300}"/>
              </a:ext>
            </a:extLst>
          </p:cNvPr>
          <p:cNvSpPr txBox="1"/>
          <p:nvPr/>
        </p:nvSpPr>
        <p:spPr>
          <a:xfrm>
            <a:off x="4910316" y="2579142"/>
            <a:ext cx="2430152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미세먼지와 건강 영향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D35CDA-9D89-4B64-A01C-27CC8B2636B3}"/>
              </a:ext>
            </a:extLst>
          </p:cNvPr>
          <p:cNvSpPr txBox="1"/>
          <p:nvPr/>
        </p:nvSpPr>
        <p:spPr>
          <a:xfrm>
            <a:off x="4419801" y="3104790"/>
            <a:ext cx="3411183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미세먼지 농도 증가와 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1" lang="ko-KR" altLang="en-US" sz="16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호흡기 질환 발생 증가 간 연관성</a:t>
            </a:r>
            <a:endParaRPr kumimoji="1" lang="en-US" altLang="ko-KR" sz="16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F86F16-DFA6-404B-BDE6-AE237E5390C6}"/>
              </a:ext>
            </a:extLst>
          </p:cNvPr>
          <p:cNvSpPr txBox="1"/>
          <p:nvPr/>
        </p:nvSpPr>
        <p:spPr>
          <a:xfrm>
            <a:off x="5315299" y="2291371"/>
            <a:ext cx="1620187" cy="3262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HEALTH IMPACT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D9816D5-247F-40AF-91B2-41F0BD31D288}"/>
              </a:ext>
            </a:extLst>
          </p:cNvPr>
          <p:cNvGrpSpPr/>
          <p:nvPr/>
        </p:nvGrpSpPr>
        <p:grpSpPr>
          <a:xfrm>
            <a:off x="5795975" y="1653951"/>
            <a:ext cx="658835" cy="658835"/>
            <a:chOff x="5787835" y="1653951"/>
            <a:chExt cx="658835" cy="658835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716140C3-6ECC-4DC7-9148-4EE275EA0342}"/>
                </a:ext>
              </a:extLst>
            </p:cNvPr>
            <p:cNvSpPr/>
            <p:nvPr/>
          </p:nvSpPr>
          <p:spPr>
            <a:xfrm>
              <a:off x="5787835" y="1653951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4AC6BEBD-C68B-40A4-9219-85195F660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1252" y="1767368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B252FD7B-45C6-4A33-9108-D161FD659331}"/>
              </a:ext>
            </a:extLst>
          </p:cNvPr>
          <p:cNvSpPr txBox="1"/>
          <p:nvPr/>
        </p:nvSpPr>
        <p:spPr>
          <a:xfrm>
            <a:off x="8870187" y="2579142"/>
            <a:ext cx="2803653" cy="40780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자치구별 환경</a:t>
            </a:r>
            <a:r>
              <a: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인구 차이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2B17C9-4FEC-45BC-BCA4-0AEE38C6E109}"/>
              </a:ext>
            </a:extLst>
          </p:cNvPr>
          <p:cNvSpPr txBox="1"/>
          <p:nvPr/>
        </p:nvSpPr>
        <p:spPr>
          <a:xfrm>
            <a:off x="8379672" y="3104790"/>
            <a:ext cx="3411183" cy="69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환경</a:t>
            </a: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인구 구조 차이로</a:t>
            </a:r>
            <a:endParaRPr kumimoji="1" lang="en-US" altLang="ko-KR" sz="16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1" lang="ko-KR" altLang="en-US" sz="16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지역별 건강 위험도 차이 발생</a:t>
            </a:r>
            <a:endParaRPr kumimoji="1" lang="en-US" altLang="ko-KR" sz="16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E3911D-84F2-4088-BC28-646EEB797E1E}"/>
              </a:ext>
            </a:extLst>
          </p:cNvPr>
          <p:cNvSpPr txBox="1"/>
          <p:nvPr/>
        </p:nvSpPr>
        <p:spPr>
          <a:xfrm>
            <a:off x="9275170" y="2291371"/>
            <a:ext cx="1525610" cy="3262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REGIONAL GAP</a:t>
            </a: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2E3AA4A-3EED-4D34-B8DB-0CFA5EB7CD68}"/>
              </a:ext>
            </a:extLst>
          </p:cNvPr>
          <p:cNvGrpSpPr/>
          <p:nvPr/>
        </p:nvGrpSpPr>
        <p:grpSpPr>
          <a:xfrm>
            <a:off x="9755846" y="1653951"/>
            <a:ext cx="658835" cy="658835"/>
            <a:chOff x="9755846" y="1653951"/>
            <a:chExt cx="658835" cy="658835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FB1F1E5D-1A75-4271-85EE-6C409CD36708}"/>
                </a:ext>
              </a:extLst>
            </p:cNvPr>
            <p:cNvSpPr/>
            <p:nvPr/>
          </p:nvSpPr>
          <p:spPr>
            <a:xfrm>
              <a:off x="9755846" y="1653951"/>
              <a:ext cx="658835" cy="65883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71" name="그래픽 70" descr="핀 있는 지도 단색으로 채워진">
              <a:extLst>
                <a:ext uri="{FF2B5EF4-FFF2-40B4-BE49-F238E27FC236}">
                  <a16:creationId xmlns:a16="http://schemas.microsoft.com/office/drawing/2014/main" id="{35CCE108-2B5A-495C-9DCF-0471F8FA8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69263" y="1769195"/>
              <a:ext cx="432000" cy="432000"/>
            </a:xfrm>
            <a:prstGeom prst="rect">
              <a:avLst/>
            </a:prstGeom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A746997C-BE67-43E0-9E4E-13EE5C1A4D0D}"/>
              </a:ext>
            </a:extLst>
          </p:cNvPr>
          <p:cNvGrpSpPr/>
          <p:nvPr/>
        </p:nvGrpSpPr>
        <p:grpSpPr>
          <a:xfrm>
            <a:off x="308143" y="4670843"/>
            <a:ext cx="11657813" cy="1995964"/>
            <a:chOff x="308143" y="4670843"/>
            <a:chExt cx="11657813" cy="1995964"/>
          </a:xfrm>
        </p:grpSpPr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19B8BD2F-7C82-4FE3-B893-AF2D5D86454C}"/>
                </a:ext>
              </a:extLst>
            </p:cNvPr>
            <p:cNvSpPr/>
            <p:nvPr/>
          </p:nvSpPr>
          <p:spPr>
            <a:xfrm>
              <a:off x="308143" y="4787030"/>
              <a:ext cx="11657813" cy="187977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2389B983-B37C-45A2-8A97-C18BD59675BD}"/>
                </a:ext>
              </a:extLst>
            </p:cNvPr>
            <p:cNvGrpSpPr/>
            <p:nvPr/>
          </p:nvGrpSpPr>
          <p:grpSpPr>
            <a:xfrm>
              <a:off x="308143" y="4670843"/>
              <a:ext cx="2065296" cy="382644"/>
              <a:chOff x="308143" y="4679319"/>
              <a:chExt cx="2123908" cy="417673"/>
            </a:xfrm>
          </p:grpSpPr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6E4C09AF-E665-417E-A3B7-F14C611DCCFB}"/>
                  </a:ext>
                </a:extLst>
              </p:cNvPr>
              <p:cNvSpPr/>
              <p:nvPr/>
            </p:nvSpPr>
            <p:spPr>
              <a:xfrm>
                <a:off x="308143" y="4679319"/>
                <a:ext cx="2123908" cy="41767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endParaRPr>
              </a:p>
            </p:txBody>
          </p:sp>
          <p:pic>
            <p:nvPicPr>
              <p:cNvPr id="79" name="그림 78">
                <a:extLst>
                  <a:ext uri="{FF2B5EF4-FFF2-40B4-BE49-F238E27FC236}">
                    <a16:creationId xmlns:a16="http://schemas.microsoft.com/office/drawing/2014/main" id="{4BA449D3-07E1-48B6-89FA-7087B6B2E3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4766" y="4705530"/>
                <a:ext cx="365259" cy="365259"/>
              </a:xfrm>
              <a:prstGeom prst="rect">
                <a:avLst/>
              </a:prstGeom>
            </p:spPr>
          </p:pic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280F126-BCC9-4BC9-9B4E-7397C728EFCF}"/>
                  </a:ext>
                </a:extLst>
              </p:cNvPr>
              <p:cNvSpPr txBox="1"/>
              <p:nvPr/>
            </p:nvSpPr>
            <p:spPr>
              <a:xfrm>
                <a:off x="766648" y="4749661"/>
                <a:ext cx="14651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lang="en-US" altLang="ko-KR" dirty="0">
                    <a:latin typeface="a시월구일3" panose="02020600000000000000" pitchFamily="18" charset="-127"/>
                    <a:ea typeface="a시월구일3" panose="02020600000000000000" pitchFamily="18" charset="-127"/>
                  </a:rPr>
                  <a:t>KEY INSIGHT</a:t>
                </a:r>
              </a:p>
            </p:txBody>
          </p:sp>
        </p:grpSp>
        <p:sp>
          <p:nvSpPr>
            <p:cNvPr id="91" name="화살표: 오각형 90">
              <a:extLst>
                <a:ext uri="{FF2B5EF4-FFF2-40B4-BE49-F238E27FC236}">
                  <a16:creationId xmlns:a16="http://schemas.microsoft.com/office/drawing/2014/main" id="{C1707368-BC4C-4C16-B7AE-2368BB5115DA}"/>
                </a:ext>
              </a:extLst>
            </p:cNvPr>
            <p:cNvSpPr/>
            <p:nvPr/>
          </p:nvSpPr>
          <p:spPr>
            <a:xfrm rot="5400000">
              <a:off x="5764784" y="4746282"/>
              <a:ext cx="421438" cy="1617913"/>
            </a:xfrm>
            <a:prstGeom prst="homePlate">
              <a:avLst>
                <a:gd name="adj" fmla="val 51784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C57A82F-85B1-4B9E-BF18-F33ECC55A006}"/>
                </a:ext>
              </a:extLst>
            </p:cNvPr>
            <p:cNvSpPr txBox="1"/>
            <p:nvPr/>
          </p:nvSpPr>
          <p:spPr>
            <a:xfrm>
              <a:off x="2435133" y="5665463"/>
              <a:ext cx="7080739" cy="86946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서울시 자치구별 미세먼지 건강 위험도 등급을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20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분류하는 </a:t>
              </a:r>
              <a:r>
                <a:rPr kumimoji="1" lang="ko-KR" altLang="en-US" sz="2000" b="1" dirty="0" err="1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머신러닝</a:t>
              </a:r>
              <a:r>
                <a:rPr kumimoji="1" lang="ko-KR" altLang="en-US" sz="20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모델 개발</a:t>
              </a:r>
              <a:endParaRPr kumimoji="1" lang="en-US" altLang="ko-KR" sz="20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7753473-0949-41E4-A8CC-DA3B73740093}"/>
                </a:ext>
              </a:extLst>
            </p:cNvPr>
            <p:cNvSpPr txBox="1"/>
            <p:nvPr/>
          </p:nvSpPr>
          <p:spPr>
            <a:xfrm>
              <a:off x="3087582" y="4902685"/>
              <a:ext cx="5777223" cy="39475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28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환경 데이터 </a:t>
              </a:r>
              <a:r>
                <a:rPr kumimoji="1" lang="en-US" altLang="ko-KR" sz="28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+ </a:t>
              </a:r>
              <a:r>
                <a:rPr kumimoji="1" lang="ko-KR" altLang="en-US" sz="28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건강 데이터 통합 분석</a:t>
              </a:r>
              <a:endParaRPr kumimoji="1" lang="en-US" altLang="ko-KR" sz="28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85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6BCF42A-5D3D-430E-9B22-2ACBE01B1E68}"/>
              </a:ext>
            </a:extLst>
          </p:cNvPr>
          <p:cNvSpPr/>
          <p:nvPr/>
        </p:nvSpPr>
        <p:spPr>
          <a:xfrm>
            <a:off x="225111" y="1690198"/>
            <a:ext cx="5814646" cy="213068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D6985-9C37-4209-A515-1100809CCEDF}"/>
              </a:ext>
            </a:extLst>
          </p:cNvPr>
          <p:cNvSpPr txBox="1"/>
          <p:nvPr/>
        </p:nvSpPr>
        <p:spPr>
          <a:xfrm>
            <a:off x="516749" y="379988"/>
            <a:ext cx="1901161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프로젝트 목적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10143-7503-4FCC-BFB4-591845D152FE}"/>
              </a:ext>
            </a:extLst>
          </p:cNvPr>
          <p:cNvSpPr txBox="1"/>
          <p:nvPr/>
        </p:nvSpPr>
        <p:spPr>
          <a:xfrm>
            <a:off x="516749" y="889427"/>
            <a:ext cx="3940951" cy="4570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환경 데이터와 건강 데이터를 결합하여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서울시 자치구별 건강 위험도 등급을 분류하는 모델 개발</a:t>
            </a:r>
            <a:endParaRPr lang="en-US" altLang="ko-KR" sz="12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977754-AE68-42AF-AA2B-8B103AC0B3F2}"/>
              </a:ext>
            </a:extLst>
          </p:cNvPr>
          <p:cNvSpPr/>
          <p:nvPr/>
        </p:nvSpPr>
        <p:spPr>
          <a:xfrm>
            <a:off x="225111" y="3943629"/>
            <a:ext cx="5814646" cy="213068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0AD65E2-9534-447E-AEE6-E82413DA88D3}"/>
              </a:ext>
            </a:extLst>
          </p:cNvPr>
          <p:cNvSpPr/>
          <p:nvPr/>
        </p:nvSpPr>
        <p:spPr>
          <a:xfrm>
            <a:off x="6211686" y="1690198"/>
            <a:ext cx="5814646" cy="213068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D4919F-17FF-41FF-9E64-B531EB81D160}"/>
              </a:ext>
            </a:extLst>
          </p:cNvPr>
          <p:cNvSpPr/>
          <p:nvPr/>
        </p:nvSpPr>
        <p:spPr>
          <a:xfrm>
            <a:off x="6211686" y="3943629"/>
            <a:ext cx="5814646" cy="2130688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FB96C-3F6D-4288-97BC-7AA210CEE585}"/>
              </a:ext>
            </a:extLst>
          </p:cNvPr>
          <p:cNvSpPr txBox="1"/>
          <p:nvPr/>
        </p:nvSpPr>
        <p:spPr>
          <a:xfrm>
            <a:off x="4810957" y="2755542"/>
            <a:ext cx="1226215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7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01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08B4663-6148-4B22-95AC-9DC6FF63677C}"/>
              </a:ext>
            </a:extLst>
          </p:cNvPr>
          <p:cNvGrpSpPr/>
          <p:nvPr/>
        </p:nvGrpSpPr>
        <p:grpSpPr>
          <a:xfrm>
            <a:off x="380298" y="1832544"/>
            <a:ext cx="4602778" cy="1419689"/>
            <a:chOff x="380298" y="1832544"/>
            <a:chExt cx="4602778" cy="141968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79AE191-197F-45DF-822C-C6542056405F}"/>
                </a:ext>
              </a:extLst>
            </p:cNvPr>
            <p:cNvSpPr txBox="1"/>
            <p:nvPr/>
          </p:nvSpPr>
          <p:spPr>
            <a:xfrm>
              <a:off x="1194524" y="1832544"/>
              <a:ext cx="2491067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건강 위험도 수준 분석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ADAE0E-BB84-40E6-B781-46F021EF9CF3}"/>
                </a:ext>
              </a:extLst>
            </p:cNvPr>
            <p:cNvSpPr txBox="1"/>
            <p:nvPr/>
          </p:nvSpPr>
          <p:spPr>
            <a:xfrm>
              <a:off x="1211084" y="2320439"/>
              <a:ext cx="3771992" cy="9317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서울시 자치구별 미세먼지 농도와 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호흡기 질환 데이터를 결합하여 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실질적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건강 위험도 분석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7E559BD-DA94-480E-8E11-B557D8196427}"/>
                </a:ext>
              </a:extLst>
            </p:cNvPr>
            <p:cNvGrpSpPr/>
            <p:nvPr/>
          </p:nvGrpSpPr>
          <p:grpSpPr>
            <a:xfrm>
              <a:off x="380298" y="1887458"/>
              <a:ext cx="612000" cy="504000"/>
              <a:chOff x="381000" y="1832544"/>
              <a:chExt cx="636235" cy="504000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152920D1-7076-4E02-946D-D4876961D29F}"/>
                  </a:ext>
                </a:extLst>
              </p:cNvPr>
              <p:cNvSpPr/>
              <p:nvPr/>
            </p:nvSpPr>
            <p:spPr>
              <a:xfrm>
                <a:off x="381000" y="1834668"/>
                <a:ext cx="636235" cy="49975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6" name="그래픽 15" descr="상향 추세 단색으로 채워진">
                <a:extLst>
                  <a:ext uri="{FF2B5EF4-FFF2-40B4-BE49-F238E27FC236}">
                    <a16:creationId xmlns:a16="http://schemas.microsoft.com/office/drawing/2014/main" id="{6946D721-C531-4B44-9DC4-43DAA49A4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47117" y="1832544"/>
                <a:ext cx="504000" cy="504000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8905CD-2ADF-4F6C-AE36-376E22BD0750}"/>
              </a:ext>
            </a:extLst>
          </p:cNvPr>
          <p:cNvSpPr txBox="1"/>
          <p:nvPr/>
        </p:nvSpPr>
        <p:spPr>
          <a:xfrm>
            <a:off x="10783117" y="2755542"/>
            <a:ext cx="1226215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7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9FB4F3-2E42-4E97-AD3A-0D0899AAE9E9}"/>
              </a:ext>
            </a:extLst>
          </p:cNvPr>
          <p:cNvSpPr txBox="1"/>
          <p:nvPr/>
        </p:nvSpPr>
        <p:spPr>
          <a:xfrm>
            <a:off x="4810957" y="5016738"/>
            <a:ext cx="1226215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7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1CD9BE-88B3-40B4-9C14-A197960A704C}"/>
              </a:ext>
            </a:extLst>
          </p:cNvPr>
          <p:cNvSpPr txBox="1"/>
          <p:nvPr/>
        </p:nvSpPr>
        <p:spPr>
          <a:xfrm>
            <a:off x="10783117" y="5113727"/>
            <a:ext cx="1226215" cy="11079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7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a시월구일4" panose="02020600000000000000" pitchFamily="18" charset="-127"/>
                <a:ea typeface="a시월구일4" panose="02020600000000000000" pitchFamily="18" charset="-127"/>
                <a:cs typeface="Pretendard" panose="02000503000000020004" pitchFamily="2" charset="-127"/>
              </a:rPr>
              <a:t>04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5D63EA5-D90D-49D9-80A0-5B3795463AB2}"/>
              </a:ext>
            </a:extLst>
          </p:cNvPr>
          <p:cNvSpPr/>
          <p:nvPr/>
        </p:nvSpPr>
        <p:spPr>
          <a:xfrm>
            <a:off x="5006307" y="3686297"/>
            <a:ext cx="2179386" cy="40744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PROJECT</a:t>
            </a:r>
            <a:r>
              <a:rPr lang="ko-KR" altLang="en-US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a시월구일2" panose="02020600000000000000" pitchFamily="18" charset="-127"/>
                <a:ea typeface="a시월구일2" panose="02020600000000000000" pitchFamily="18" charset="-127"/>
              </a:rPr>
              <a:t>GOALS</a:t>
            </a:r>
            <a:endParaRPr lang="ko-KR" altLang="en-US" dirty="0">
              <a:solidFill>
                <a:schemeClr val="tx1"/>
              </a:solidFill>
              <a:latin typeface="a시월구일2" panose="02020600000000000000" pitchFamily="18" charset="-127"/>
              <a:ea typeface="a시월구일2" panose="02020600000000000000" pitchFamily="18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266A1D8-DC92-4E44-BBC4-87D573A130C7}"/>
              </a:ext>
            </a:extLst>
          </p:cNvPr>
          <p:cNvGrpSpPr/>
          <p:nvPr/>
        </p:nvGrpSpPr>
        <p:grpSpPr>
          <a:xfrm>
            <a:off x="6759124" y="1832544"/>
            <a:ext cx="3721437" cy="1419689"/>
            <a:chOff x="6759124" y="1832544"/>
            <a:chExt cx="3721437" cy="141968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E75913-EF54-43CD-A82A-7A09FB4FC44E}"/>
                </a:ext>
              </a:extLst>
            </p:cNvPr>
            <p:cNvSpPr txBox="1"/>
            <p:nvPr/>
          </p:nvSpPr>
          <p:spPr>
            <a:xfrm>
              <a:off x="7586025" y="1832544"/>
              <a:ext cx="1665521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위험 등급 분류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3C1802-3CC7-45B3-A22F-FF5392670B5A}"/>
                </a:ext>
              </a:extLst>
            </p:cNvPr>
            <p:cNvSpPr txBox="1"/>
            <p:nvPr/>
          </p:nvSpPr>
          <p:spPr>
            <a:xfrm>
              <a:off x="7602585" y="2320439"/>
              <a:ext cx="2877976" cy="9317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 err="1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머신러닝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분류 모델을 활용하여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자치구별 건강 위험도 등급을 분류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(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안전 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/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보통 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/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민감 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/ </a:t>
              </a: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고위험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) 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82C36FE-5E18-4BC1-ADD9-F6935D152C6B}"/>
                </a:ext>
              </a:extLst>
            </p:cNvPr>
            <p:cNvGrpSpPr/>
            <p:nvPr/>
          </p:nvGrpSpPr>
          <p:grpSpPr>
            <a:xfrm>
              <a:off x="6759124" y="1889581"/>
              <a:ext cx="612000" cy="504000"/>
              <a:chOff x="7009170" y="1990472"/>
              <a:chExt cx="612000" cy="499753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1BB935A2-A403-4756-9D59-46B36E77C659}"/>
                  </a:ext>
                </a:extLst>
              </p:cNvPr>
              <p:cNvSpPr/>
              <p:nvPr/>
            </p:nvSpPr>
            <p:spPr>
              <a:xfrm>
                <a:off x="7009170" y="1990472"/>
                <a:ext cx="612000" cy="49975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34B608D7-C444-4AC4-A271-83770FB24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9170" y="202434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59D99F0-0FB2-4301-81DF-9BCF605C73A1}"/>
              </a:ext>
            </a:extLst>
          </p:cNvPr>
          <p:cNvGrpSpPr/>
          <p:nvPr/>
        </p:nvGrpSpPr>
        <p:grpSpPr>
          <a:xfrm>
            <a:off x="380298" y="4298641"/>
            <a:ext cx="4602778" cy="1096523"/>
            <a:chOff x="380298" y="4298641"/>
            <a:chExt cx="4602778" cy="109652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FEF975-EB77-4896-B138-60A538A95BA4}"/>
                </a:ext>
              </a:extLst>
            </p:cNvPr>
            <p:cNvSpPr txBox="1"/>
            <p:nvPr/>
          </p:nvSpPr>
          <p:spPr>
            <a:xfrm>
              <a:off x="1194524" y="4298641"/>
              <a:ext cx="2500685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지도 기반 시각화 제공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B0CA21-E2C4-48D4-9A97-FECDFA1ADEF9}"/>
                </a:ext>
              </a:extLst>
            </p:cNvPr>
            <p:cNvSpPr txBox="1"/>
            <p:nvPr/>
          </p:nvSpPr>
          <p:spPr>
            <a:xfrm>
              <a:off x="1211084" y="4786536"/>
              <a:ext cx="3771992" cy="6086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분석된 건강 위험도 정보를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서울시 지도 기반 시각화 형태로 제공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47E394E-303A-44D7-B36D-65B4D723F7E0}"/>
                </a:ext>
              </a:extLst>
            </p:cNvPr>
            <p:cNvGrpSpPr/>
            <p:nvPr/>
          </p:nvGrpSpPr>
          <p:grpSpPr>
            <a:xfrm>
              <a:off x="380298" y="4355679"/>
              <a:ext cx="612000" cy="499753"/>
              <a:chOff x="380298" y="4221647"/>
              <a:chExt cx="612000" cy="499753"/>
            </a:xfrm>
          </p:grpSpPr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7CC49F83-C054-4764-8349-C1A0BDB04D2C}"/>
                  </a:ext>
                </a:extLst>
              </p:cNvPr>
              <p:cNvSpPr/>
              <p:nvPr/>
            </p:nvSpPr>
            <p:spPr>
              <a:xfrm>
                <a:off x="380298" y="4221647"/>
                <a:ext cx="612000" cy="49975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9" name="그래픽 38" descr="핀 있는 지도 단색으로 채워진">
                <a:extLst>
                  <a:ext uri="{FF2B5EF4-FFF2-40B4-BE49-F238E27FC236}">
                    <a16:creationId xmlns:a16="http://schemas.microsoft.com/office/drawing/2014/main" id="{23727298-FEB9-4674-83F6-0FC67A745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0298" y="4255523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A2C7D51-03D8-479B-8F99-378E7AACA817}"/>
              </a:ext>
            </a:extLst>
          </p:cNvPr>
          <p:cNvGrpSpPr/>
          <p:nvPr/>
        </p:nvGrpSpPr>
        <p:grpSpPr>
          <a:xfrm>
            <a:off x="6759124" y="4303155"/>
            <a:ext cx="4491366" cy="1096523"/>
            <a:chOff x="6759124" y="4303155"/>
            <a:chExt cx="4491366" cy="109652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46C7C05-6A80-4A32-B0CE-22D00A24B532}"/>
                </a:ext>
              </a:extLst>
            </p:cNvPr>
            <p:cNvSpPr txBox="1"/>
            <p:nvPr/>
          </p:nvSpPr>
          <p:spPr>
            <a:xfrm>
              <a:off x="7586025" y="4303155"/>
              <a:ext cx="3664465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데이터 기반 건강 위험 정보 제공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98971F1-7D78-4031-87A2-7D8E0F4F8AF9}"/>
                </a:ext>
              </a:extLst>
            </p:cNvPr>
            <p:cNvSpPr txBox="1"/>
            <p:nvPr/>
          </p:nvSpPr>
          <p:spPr>
            <a:xfrm>
              <a:off x="7602585" y="4791050"/>
              <a:ext cx="3406012" cy="60862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>
                <a:lnSpc>
                  <a:spcPct val="150000"/>
                </a:lnSpc>
              </a:pPr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건강 위험도 정보를 제공하여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>
                <a:lnSpc>
                  <a:spcPct val="150000"/>
                </a:lnSpc>
              </a:pPr>
              <a:r>
                <a:rPr kumimoji="1" lang="ko-KR" altLang="en-US" sz="14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 기반 건강 위험 정보를 제공</a:t>
              </a:r>
              <a:endParaRPr kumimoji="1" lang="en-US" altLang="ko-KR" sz="14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67BC1BFB-76EB-416A-B8D1-41BE9A92AF18}"/>
                </a:ext>
              </a:extLst>
            </p:cNvPr>
            <p:cNvGrpSpPr/>
            <p:nvPr/>
          </p:nvGrpSpPr>
          <p:grpSpPr>
            <a:xfrm>
              <a:off x="6759124" y="4360193"/>
              <a:ext cx="612000" cy="499753"/>
              <a:chOff x="380298" y="4221647"/>
              <a:chExt cx="612000" cy="499753"/>
            </a:xfrm>
          </p:grpSpPr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AD060C7D-B99A-4FDE-95D4-5F6BA7F3AA9C}"/>
                  </a:ext>
                </a:extLst>
              </p:cNvPr>
              <p:cNvSpPr/>
              <p:nvPr/>
            </p:nvSpPr>
            <p:spPr>
              <a:xfrm>
                <a:off x="380298" y="4221647"/>
                <a:ext cx="612000" cy="49975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5" name="그래픽 44" descr="핀 있는 지도 단색으로 채워진">
                <a:extLst>
                  <a:ext uri="{FF2B5EF4-FFF2-40B4-BE49-F238E27FC236}">
                    <a16:creationId xmlns:a16="http://schemas.microsoft.com/office/drawing/2014/main" id="{F031FEB5-E1F1-4756-B96D-ABD11835C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0298" y="4255523"/>
                <a:ext cx="432000" cy="432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46595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AE69A-E27F-4225-B124-B1BAD22456E7}"/>
              </a:ext>
            </a:extLst>
          </p:cNvPr>
          <p:cNvSpPr txBox="1"/>
          <p:nvPr/>
        </p:nvSpPr>
        <p:spPr>
          <a:xfrm>
            <a:off x="516749" y="379988"/>
            <a:ext cx="1603003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데이터 구성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6FEE04E5-027A-4703-A7F8-2F55C4118BAC}"/>
              </a:ext>
            </a:extLst>
          </p:cNvPr>
          <p:cNvGrpSpPr/>
          <p:nvPr/>
        </p:nvGrpSpPr>
        <p:grpSpPr>
          <a:xfrm>
            <a:off x="379994" y="1502434"/>
            <a:ext cx="3490393" cy="4329520"/>
            <a:chOff x="379994" y="1502434"/>
            <a:chExt cx="3490393" cy="432952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DC533850-7FFD-4262-9714-BD5A344E5B18}"/>
                </a:ext>
              </a:extLst>
            </p:cNvPr>
            <p:cNvSpPr/>
            <p:nvPr/>
          </p:nvSpPr>
          <p:spPr>
            <a:xfrm>
              <a:off x="379994" y="1502434"/>
              <a:ext cx="3490393" cy="43295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C7D5F32-A713-46DA-9A0F-2DE7CBF338F8}"/>
                </a:ext>
              </a:extLst>
            </p:cNvPr>
            <p:cNvGrpSpPr/>
            <p:nvPr/>
          </p:nvGrpSpPr>
          <p:grpSpPr>
            <a:xfrm>
              <a:off x="1795773" y="1680295"/>
              <a:ext cx="658835" cy="658835"/>
              <a:chOff x="1649249" y="1394545"/>
              <a:chExt cx="658835" cy="658835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B58CC5F4-7E4B-446F-BBE9-BFD3C79876BC}"/>
                  </a:ext>
                </a:extLst>
              </p:cNvPr>
              <p:cNvSpPr/>
              <p:nvPr/>
            </p:nvSpPr>
            <p:spPr>
              <a:xfrm>
                <a:off x="1649249" y="1394545"/>
                <a:ext cx="658835" cy="65883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349BE452-87D7-4E42-9CB3-68461FDDFE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0492" y="1505788"/>
                <a:ext cx="436348" cy="436348"/>
              </a:xfrm>
              <a:prstGeom prst="rect">
                <a:avLst/>
              </a:prstGeom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3F06539-84CC-4EB3-B2B4-7034BFFE100D}"/>
                </a:ext>
              </a:extLst>
            </p:cNvPr>
            <p:cNvSpPr txBox="1"/>
            <p:nvPr/>
          </p:nvSpPr>
          <p:spPr>
            <a:xfrm>
              <a:off x="1454333" y="2409415"/>
              <a:ext cx="1341714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환경 데이터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3919A07-26A2-40F3-B397-A0A212B79AAA}"/>
                </a:ext>
              </a:extLst>
            </p:cNvPr>
            <p:cNvSpPr txBox="1"/>
            <p:nvPr/>
          </p:nvSpPr>
          <p:spPr>
            <a:xfrm>
              <a:off x="419599" y="2930022"/>
              <a:ext cx="3411183" cy="695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미세먼지 및 기상 정보를 활용하여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지역별 대기 환경 상태를 분석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8D977236-ABBD-4D98-953A-9CC13509C674}"/>
                </a:ext>
              </a:extLst>
            </p:cNvPr>
            <p:cNvCxnSpPr>
              <a:cxnSpLocks/>
            </p:cNvCxnSpPr>
            <p:nvPr/>
          </p:nvCxnSpPr>
          <p:spPr>
            <a:xfrm>
              <a:off x="734540" y="5238255"/>
              <a:ext cx="278130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779F9BD7-3F7B-4142-8363-07737FDE6BC1}"/>
                </a:ext>
              </a:extLst>
            </p:cNvPr>
            <p:cNvCxnSpPr>
              <a:cxnSpLocks/>
            </p:cNvCxnSpPr>
            <p:nvPr/>
          </p:nvCxnSpPr>
          <p:spPr>
            <a:xfrm>
              <a:off x="1271115" y="3752850"/>
              <a:ext cx="170815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AA33934-469D-42B0-B4C2-449A1959E3C1}"/>
                </a:ext>
              </a:extLst>
            </p:cNvPr>
            <p:cNvGrpSpPr/>
            <p:nvPr/>
          </p:nvGrpSpPr>
          <p:grpSpPr>
            <a:xfrm>
              <a:off x="1092542" y="4321348"/>
              <a:ext cx="2065296" cy="382644"/>
              <a:chOff x="1092542" y="3954069"/>
              <a:chExt cx="2065296" cy="382644"/>
            </a:xfrm>
          </p:grpSpPr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21E97351-FDF2-42FF-8483-B0369FFF9755}"/>
                  </a:ext>
                </a:extLst>
              </p:cNvPr>
              <p:cNvSpPr/>
              <p:nvPr/>
            </p:nvSpPr>
            <p:spPr>
              <a:xfrm>
                <a:off x="1092542" y="3954069"/>
                <a:ext cx="2065296" cy="382644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C8CD08-AD2E-40AE-86F5-E9F9E7BD8FCC}"/>
                  </a:ext>
                </a:extLst>
              </p:cNvPr>
              <p:cNvSpPr txBox="1"/>
              <p:nvPr/>
            </p:nvSpPr>
            <p:spPr>
              <a:xfrm>
                <a:off x="1092542" y="4029717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기온 데이터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1E5099B9-1F2B-4545-AB9E-AE67280BC4CD}"/>
                </a:ext>
              </a:extLst>
            </p:cNvPr>
            <p:cNvGrpSpPr/>
            <p:nvPr/>
          </p:nvGrpSpPr>
          <p:grpSpPr>
            <a:xfrm>
              <a:off x="1092542" y="3867492"/>
              <a:ext cx="2065296" cy="382644"/>
              <a:chOff x="1092542" y="3500213"/>
              <a:chExt cx="2065296" cy="382644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66DD378E-63DA-4C39-B983-6ED501261D22}"/>
                  </a:ext>
                </a:extLst>
              </p:cNvPr>
              <p:cNvSpPr/>
              <p:nvPr/>
            </p:nvSpPr>
            <p:spPr>
              <a:xfrm>
                <a:off x="1092542" y="3500213"/>
                <a:ext cx="2065296" cy="382644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2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88E21D-D416-4B13-90F1-4F7DF3592317}"/>
                  </a:ext>
                </a:extLst>
              </p:cNvPr>
              <p:cNvSpPr txBox="1"/>
              <p:nvPr/>
            </p:nvSpPr>
            <p:spPr>
              <a:xfrm>
                <a:off x="1092542" y="3588518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미세먼지 농도</a:t>
                </a:r>
                <a:r>
                  <a:rPr kumimoji="1" lang="en-US" altLang="ko-KR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(PM10 / PM2.5)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A5EF943-08A9-4409-92F1-CB2666A817CC}"/>
                </a:ext>
              </a:extLst>
            </p:cNvPr>
            <p:cNvGrpSpPr/>
            <p:nvPr/>
          </p:nvGrpSpPr>
          <p:grpSpPr>
            <a:xfrm>
              <a:off x="1092542" y="4775204"/>
              <a:ext cx="2065296" cy="382644"/>
              <a:chOff x="1092542" y="4407925"/>
              <a:chExt cx="2065296" cy="382644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4D05FA58-8306-4778-ACB2-F1117E73C9E7}"/>
                  </a:ext>
                </a:extLst>
              </p:cNvPr>
              <p:cNvSpPr/>
              <p:nvPr/>
            </p:nvSpPr>
            <p:spPr>
              <a:xfrm>
                <a:off x="1092542" y="4407925"/>
                <a:ext cx="2065296" cy="382644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82265EB-A6AF-4216-B46E-07601625A32E}"/>
                  </a:ext>
                </a:extLst>
              </p:cNvPr>
              <p:cNvSpPr txBox="1"/>
              <p:nvPr/>
            </p:nvSpPr>
            <p:spPr>
              <a:xfrm>
                <a:off x="1092542" y="4498784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대기오염 정보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0A270044-710A-4FE1-9833-F165E32CE6D5}"/>
                </a:ext>
              </a:extLst>
            </p:cNvPr>
            <p:cNvGrpSpPr/>
            <p:nvPr/>
          </p:nvGrpSpPr>
          <p:grpSpPr>
            <a:xfrm>
              <a:off x="888583" y="5372942"/>
              <a:ext cx="2819979" cy="252000"/>
              <a:chOff x="953853" y="5017837"/>
              <a:chExt cx="2819979" cy="252000"/>
            </a:xfrm>
          </p:grpSpPr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F894DF6A-B78E-4997-83AE-373ADA68A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3853" y="5017837"/>
                <a:ext cx="252000" cy="252000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8702AC0-F766-4705-A0FD-7D161E28683F}"/>
                  </a:ext>
                </a:extLst>
              </p:cNvPr>
              <p:cNvSpPr txBox="1"/>
              <p:nvPr/>
            </p:nvSpPr>
            <p:spPr>
              <a:xfrm>
                <a:off x="1265924" y="5021496"/>
                <a:ext cx="2507908" cy="244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>
                  <a:lnSpc>
                    <a:spcPct val="150000"/>
                  </a:lnSpc>
                </a:pPr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서울 열린 데이터 광장 </a:t>
                </a:r>
                <a:r>
                  <a:rPr kumimoji="1" lang="en-US" altLang="ko-KR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/ </a:t>
                </a:r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기상청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6D3C7D1E-A88B-4F02-B26B-04415A9F838A}"/>
              </a:ext>
            </a:extLst>
          </p:cNvPr>
          <p:cNvGrpSpPr/>
          <p:nvPr/>
        </p:nvGrpSpPr>
        <p:grpSpPr>
          <a:xfrm>
            <a:off x="4350803" y="1502434"/>
            <a:ext cx="3490393" cy="4329520"/>
            <a:chOff x="4350803" y="1502434"/>
            <a:chExt cx="3490393" cy="432952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902EC67-93A6-494D-9B6C-AC615D45885F}"/>
                </a:ext>
              </a:extLst>
            </p:cNvPr>
            <p:cNvSpPr/>
            <p:nvPr/>
          </p:nvSpPr>
          <p:spPr>
            <a:xfrm>
              <a:off x="4350803" y="1502434"/>
              <a:ext cx="3490393" cy="43295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86318965-ADD3-46A5-A0F7-7C713037C520}"/>
                </a:ext>
              </a:extLst>
            </p:cNvPr>
            <p:cNvGrpSpPr/>
            <p:nvPr/>
          </p:nvGrpSpPr>
          <p:grpSpPr>
            <a:xfrm>
              <a:off x="5766582" y="1680295"/>
              <a:ext cx="658835" cy="658835"/>
              <a:chOff x="5766582" y="1394545"/>
              <a:chExt cx="658835" cy="658835"/>
            </a:xfrm>
          </p:grpSpPr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617C768B-BBAE-4CCA-B025-607C49C6D151}"/>
                  </a:ext>
                </a:extLst>
              </p:cNvPr>
              <p:cNvSpPr/>
              <p:nvPr/>
            </p:nvSpPr>
            <p:spPr>
              <a:xfrm>
                <a:off x="5766582" y="1394545"/>
                <a:ext cx="658835" cy="65883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1" name="그래픽 10" descr="의료 단색으로 채워진">
                <a:extLst>
                  <a:ext uri="{FF2B5EF4-FFF2-40B4-BE49-F238E27FC236}">
                    <a16:creationId xmlns:a16="http://schemas.microsoft.com/office/drawing/2014/main" id="{8BD9E5ED-E627-41FC-A6B4-1705571E7F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07836" y="1435799"/>
                <a:ext cx="576326" cy="576326"/>
              </a:xfrm>
              <a:prstGeom prst="rect">
                <a:avLst/>
              </a:prstGeom>
            </p:spPr>
          </p:pic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18D9D6-AFB9-4481-A156-7B850AD882DF}"/>
                </a:ext>
              </a:extLst>
            </p:cNvPr>
            <p:cNvSpPr txBox="1"/>
            <p:nvPr/>
          </p:nvSpPr>
          <p:spPr>
            <a:xfrm>
              <a:off x="5429150" y="2409415"/>
              <a:ext cx="1333698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보건 데이터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53EC3AE-1D88-41FA-968E-3D569109B3E4}"/>
                </a:ext>
              </a:extLst>
            </p:cNvPr>
            <p:cNvSpPr txBox="1"/>
            <p:nvPr/>
          </p:nvSpPr>
          <p:spPr>
            <a:xfrm>
              <a:off x="4390408" y="2930022"/>
              <a:ext cx="3411183" cy="695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미세먼지 노출과 관련된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호흡기 질환 발생 현황 분석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115D9892-40E9-41B6-9C10-ED0A52A1905E}"/>
                </a:ext>
              </a:extLst>
            </p:cNvPr>
            <p:cNvCxnSpPr>
              <a:cxnSpLocks/>
            </p:cNvCxnSpPr>
            <p:nvPr/>
          </p:nvCxnSpPr>
          <p:spPr>
            <a:xfrm>
              <a:off x="5241924" y="3752850"/>
              <a:ext cx="170815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770B0CEC-1EA2-444A-8474-6B39D8BF24AD}"/>
                </a:ext>
              </a:extLst>
            </p:cNvPr>
            <p:cNvGrpSpPr/>
            <p:nvPr/>
          </p:nvGrpSpPr>
          <p:grpSpPr>
            <a:xfrm>
              <a:off x="5063351" y="4570412"/>
              <a:ext cx="2065296" cy="529499"/>
              <a:chOff x="5063351" y="4567844"/>
              <a:chExt cx="2065296" cy="529499"/>
            </a:xfrm>
          </p:grpSpPr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C2A5B5EF-8D38-4E79-ABFB-3B6A1CF937DA}"/>
                  </a:ext>
                </a:extLst>
              </p:cNvPr>
              <p:cNvSpPr/>
              <p:nvPr/>
            </p:nvSpPr>
            <p:spPr>
              <a:xfrm>
                <a:off x="5063351" y="4567844"/>
                <a:ext cx="2065296" cy="529499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D6F064-1D73-4A02-BB9B-87E0F4E32912}"/>
                  </a:ext>
                </a:extLst>
              </p:cNvPr>
              <p:cNvSpPr txBox="1"/>
              <p:nvPr/>
            </p:nvSpPr>
            <p:spPr>
              <a:xfrm>
                <a:off x="5063351" y="4740260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자치구별 환자 발생 데이터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D855A581-B546-4DA2-82FD-D3A4E9E30842}"/>
                </a:ext>
              </a:extLst>
            </p:cNvPr>
            <p:cNvGrpSpPr/>
            <p:nvPr/>
          </p:nvGrpSpPr>
          <p:grpSpPr>
            <a:xfrm>
              <a:off x="5063351" y="3870059"/>
              <a:ext cx="2065296" cy="529499"/>
              <a:chOff x="5063351" y="3867491"/>
              <a:chExt cx="2065296" cy="529499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1609F24E-4CCA-4698-8360-63615A1A8DF4}"/>
                  </a:ext>
                </a:extLst>
              </p:cNvPr>
              <p:cNvSpPr/>
              <p:nvPr/>
            </p:nvSpPr>
            <p:spPr>
              <a:xfrm>
                <a:off x="5063351" y="3867491"/>
                <a:ext cx="2065296" cy="529499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2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12FBB4C-21A3-4ABE-97A2-CAD5234AB9A4}"/>
                  </a:ext>
                </a:extLst>
              </p:cNvPr>
              <p:cNvSpPr txBox="1"/>
              <p:nvPr/>
            </p:nvSpPr>
            <p:spPr>
              <a:xfrm>
                <a:off x="5063351" y="4039907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호흡기 질환 진료 건수 </a:t>
                </a:r>
                <a:r>
                  <a:rPr kumimoji="1" lang="en-US" altLang="ko-KR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(</a:t>
                </a:r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천식</a:t>
                </a:r>
                <a:r>
                  <a:rPr kumimoji="1" lang="en-US" altLang="ko-KR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)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00CE5C28-BA4E-4E17-BEE7-6AAD68E2613E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49" y="5238255"/>
              <a:ext cx="278130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0DCB6ACC-29AF-4AE2-9595-AB5D7862FF69}"/>
                </a:ext>
              </a:extLst>
            </p:cNvPr>
            <p:cNvGrpSpPr/>
            <p:nvPr/>
          </p:nvGrpSpPr>
          <p:grpSpPr>
            <a:xfrm>
              <a:off x="5246923" y="5372942"/>
              <a:ext cx="1698152" cy="252000"/>
              <a:chOff x="4686010" y="5087192"/>
              <a:chExt cx="1698152" cy="252000"/>
            </a:xfrm>
          </p:grpSpPr>
          <p:pic>
            <p:nvPicPr>
              <p:cNvPr id="67" name="그림 66">
                <a:extLst>
                  <a:ext uri="{FF2B5EF4-FFF2-40B4-BE49-F238E27FC236}">
                    <a16:creationId xmlns:a16="http://schemas.microsoft.com/office/drawing/2014/main" id="{DBC4412F-DD4D-4CDC-B7DD-CD918E82E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6010" y="5087192"/>
                <a:ext cx="252000" cy="252000"/>
              </a:xfrm>
              <a:prstGeom prst="rect">
                <a:avLst/>
              </a:prstGeom>
            </p:spPr>
          </p:pic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CB21E02-80E2-4188-9951-09BA1186F761}"/>
                  </a:ext>
                </a:extLst>
              </p:cNvPr>
              <p:cNvSpPr txBox="1"/>
              <p:nvPr/>
            </p:nvSpPr>
            <p:spPr>
              <a:xfrm>
                <a:off x="4998081" y="5090850"/>
                <a:ext cx="1386081" cy="244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>
                  <a:lnSpc>
                    <a:spcPct val="150000"/>
                  </a:lnSpc>
                </a:pPr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국민건강보험공단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1068938-29A2-4157-86AA-168D11FD9128}"/>
              </a:ext>
            </a:extLst>
          </p:cNvPr>
          <p:cNvSpPr txBox="1"/>
          <p:nvPr/>
        </p:nvSpPr>
        <p:spPr>
          <a:xfrm>
            <a:off x="516749" y="889427"/>
            <a:ext cx="4321951" cy="4570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미세먼지와 건강 위험도 분석을 위해 환경 데이터</a:t>
            </a:r>
            <a:r>
              <a:rPr lang="en-US" altLang="ko-KR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, </a:t>
            </a: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보건 데이터</a:t>
            </a:r>
            <a:r>
              <a:rPr lang="en-US" altLang="ko-KR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, </a:t>
            </a: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인구 데이터를 수집하여 분석 데이터셋을 구성</a:t>
            </a: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4ACBCBD0-A002-4A50-B271-257B0B414525}"/>
              </a:ext>
            </a:extLst>
          </p:cNvPr>
          <p:cNvGrpSpPr/>
          <p:nvPr/>
        </p:nvGrpSpPr>
        <p:grpSpPr>
          <a:xfrm>
            <a:off x="8321612" y="1502434"/>
            <a:ext cx="3490393" cy="4329520"/>
            <a:chOff x="8321612" y="1502434"/>
            <a:chExt cx="3490393" cy="432952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7F67FE9C-FE6D-4902-BDE1-802A4A96B5E5}"/>
                </a:ext>
              </a:extLst>
            </p:cNvPr>
            <p:cNvSpPr/>
            <p:nvPr/>
          </p:nvSpPr>
          <p:spPr>
            <a:xfrm>
              <a:off x="8321612" y="1502434"/>
              <a:ext cx="3490393" cy="43295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8A77FCC-D1EC-4AAD-A34C-36E56C098D01}"/>
                </a:ext>
              </a:extLst>
            </p:cNvPr>
            <p:cNvGrpSpPr/>
            <p:nvPr/>
          </p:nvGrpSpPr>
          <p:grpSpPr>
            <a:xfrm>
              <a:off x="9737391" y="1680295"/>
              <a:ext cx="658835" cy="658835"/>
              <a:chOff x="9737390" y="1394545"/>
              <a:chExt cx="658835" cy="658835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EFAE503F-D568-4440-B9BE-E9432A1577B2}"/>
                  </a:ext>
                </a:extLst>
              </p:cNvPr>
              <p:cNvSpPr/>
              <p:nvPr/>
            </p:nvSpPr>
            <p:spPr>
              <a:xfrm>
                <a:off x="9737390" y="1394545"/>
                <a:ext cx="658835" cy="65883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래픽 11" descr="사용자 단색으로 채워진">
                <a:extLst>
                  <a:ext uri="{FF2B5EF4-FFF2-40B4-BE49-F238E27FC236}">
                    <a16:creationId xmlns:a16="http://schemas.microsoft.com/office/drawing/2014/main" id="{88BF1F0E-DAA6-4143-8C27-E5C7D8330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814807" y="1471962"/>
                <a:ext cx="504000" cy="504000"/>
              </a:xfrm>
              <a:prstGeom prst="rect">
                <a:avLst/>
              </a:prstGeom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F332160-7E0B-4D55-92A4-8AD7960461FC}"/>
                </a:ext>
              </a:extLst>
            </p:cNvPr>
            <p:cNvSpPr txBox="1"/>
            <p:nvPr/>
          </p:nvSpPr>
          <p:spPr>
            <a:xfrm>
              <a:off x="9111419" y="2409415"/>
              <a:ext cx="1910779" cy="40780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인구 </a:t>
              </a:r>
              <a:r>
                <a:rPr kumimoji="1" lang="ko-KR" altLang="en-US" sz="200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구조 데이터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CE8D2F5-BD9C-4B85-8984-52FA4FF20F58}"/>
                </a:ext>
              </a:extLst>
            </p:cNvPr>
            <p:cNvSpPr txBox="1"/>
            <p:nvPr/>
          </p:nvSpPr>
          <p:spPr>
            <a:xfrm>
              <a:off x="8361217" y="2930022"/>
              <a:ext cx="3411183" cy="69557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환자 발생률 계산을 위한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인구 규모 및 인구 구조 데이터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43A2E9B-6713-4380-A476-40A97AF7264A}"/>
                </a:ext>
              </a:extLst>
            </p:cNvPr>
            <p:cNvCxnSpPr>
              <a:cxnSpLocks/>
            </p:cNvCxnSpPr>
            <p:nvPr/>
          </p:nvCxnSpPr>
          <p:spPr>
            <a:xfrm>
              <a:off x="9212733" y="3752850"/>
              <a:ext cx="170815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D3E92BC4-5C46-4068-A8B4-A22DFCEFE429}"/>
                </a:ext>
              </a:extLst>
            </p:cNvPr>
            <p:cNvCxnSpPr>
              <a:cxnSpLocks/>
            </p:cNvCxnSpPr>
            <p:nvPr/>
          </p:nvCxnSpPr>
          <p:spPr>
            <a:xfrm>
              <a:off x="8676158" y="5238255"/>
              <a:ext cx="2781300" cy="0"/>
            </a:xfrm>
            <a:prstGeom prst="line">
              <a:avLst/>
            </a:prstGeom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6A5C05D5-09F8-4296-8B45-9751693412C8}"/>
                </a:ext>
              </a:extLst>
            </p:cNvPr>
            <p:cNvGrpSpPr/>
            <p:nvPr/>
          </p:nvGrpSpPr>
          <p:grpSpPr>
            <a:xfrm>
              <a:off x="9125945" y="5372942"/>
              <a:ext cx="1881726" cy="252000"/>
              <a:chOff x="4686010" y="5087192"/>
              <a:chExt cx="1881726" cy="252000"/>
            </a:xfrm>
          </p:grpSpPr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5B248563-0347-4998-9DD1-0653A96EE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86010" y="5087192"/>
                <a:ext cx="252000" cy="252000"/>
              </a:xfrm>
              <a:prstGeom prst="rect">
                <a:avLst/>
              </a:prstGeom>
            </p:spPr>
          </p:pic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A952609-3F5A-4B50-B436-AA175B218C01}"/>
                  </a:ext>
                </a:extLst>
              </p:cNvPr>
              <p:cNvSpPr txBox="1"/>
              <p:nvPr/>
            </p:nvSpPr>
            <p:spPr>
              <a:xfrm>
                <a:off x="4998081" y="5090850"/>
                <a:ext cx="1569655" cy="24468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latinLnBrk="0">
                  <a:lnSpc>
                    <a:spcPct val="150000"/>
                  </a:lnSpc>
                </a:pPr>
                <a:r>
                  <a:rPr kumimoji="1" lang="ko-KR" altLang="en-US" sz="120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서울 열린 데이터 광장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1A5D042D-8455-4895-A2FB-E5431507C344}"/>
                </a:ext>
              </a:extLst>
            </p:cNvPr>
            <p:cNvGrpSpPr/>
            <p:nvPr/>
          </p:nvGrpSpPr>
          <p:grpSpPr>
            <a:xfrm>
              <a:off x="9034160" y="4570412"/>
              <a:ext cx="2065296" cy="529499"/>
              <a:chOff x="5063351" y="4567844"/>
              <a:chExt cx="2065296" cy="529499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58618BF7-920F-41E4-BE20-1ED7A3D8086E}"/>
                  </a:ext>
                </a:extLst>
              </p:cNvPr>
              <p:cNvSpPr/>
              <p:nvPr/>
            </p:nvSpPr>
            <p:spPr>
              <a:xfrm>
                <a:off x="5063351" y="4567844"/>
                <a:ext cx="2065296" cy="529499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8157CB2-1111-4B7A-9A54-8FED42145CF2}"/>
                  </a:ext>
                </a:extLst>
              </p:cNvPr>
              <p:cNvSpPr txBox="1"/>
              <p:nvPr/>
            </p:nvSpPr>
            <p:spPr>
              <a:xfrm>
                <a:off x="5063351" y="4740260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인구 구조 데이터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674FA21D-2811-4D21-916B-53721781781F}"/>
                </a:ext>
              </a:extLst>
            </p:cNvPr>
            <p:cNvGrpSpPr/>
            <p:nvPr/>
          </p:nvGrpSpPr>
          <p:grpSpPr>
            <a:xfrm>
              <a:off x="9034160" y="3870059"/>
              <a:ext cx="2065296" cy="529499"/>
              <a:chOff x="5063351" y="3867491"/>
              <a:chExt cx="2065296" cy="529499"/>
            </a:xfrm>
          </p:grpSpPr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D121FE2F-5CD3-4A80-B82D-5937A5C262BB}"/>
                  </a:ext>
                </a:extLst>
              </p:cNvPr>
              <p:cNvSpPr/>
              <p:nvPr/>
            </p:nvSpPr>
            <p:spPr>
              <a:xfrm>
                <a:off x="5063351" y="3867491"/>
                <a:ext cx="2065296" cy="529499"/>
              </a:xfrm>
              <a:prstGeom prst="roundRect">
                <a:avLst>
                  <a:gd name="adj" fmla="val 0"/>
                </a:avLst>
              </a:prstGeom>
              <a:solidFill>
                <a:srgbClr val="F9FBFC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200" dirty="0">
                  <a:solidFill>
                    <a:schemeClr val="tx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0E0423E7-F5E9-40C7-AE15-80F8E9BC7046}"/>
                  </a:ext>
                </a:extLst>
              </p:cNvPr>
              <p:cNvSpPr txBox="1"/>
              <p:nvPr/>
            </p:nvSpPr>
            <p:spPr>
              <a:xfrm>
                <a:off x="5063351" y="4039907"/>
                <a:ext cx="2065296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latinLnBrk="0"/>
                <a:r>
                  <a:rPr kumimoji="1" lang="ko-KR" altLang="en-US" sz="12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1" panose="02020600000000000000" pitchFamily="18" charset="-127"/>
                    <a:ea typeface="a시월구일1" panose="02020600000000000000" pitchFamily="18" charset="-127"/>
                    <a:cs typeface="Pretendard" panose="02000503000000020004" pitchFamily="2" charset="-127"/>
                  </a:rPr>
                  <a:t>자치구별 인구 규모</a:t>
                </a:r>
                <a:endParaRPr kumimoji="1" lang="en-US" altLang="ko-KR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96D0A2DB-6029-4101-818C-468EE66A63FE}"/>
              </a:ext>
            </a:extLst>
          </p:cNvPr>
          <p:cNvGrpSpPr/>
          <p:nvPr/>
        </p:nvGrpSpPr>
        <p:grpSpPr>
          <a:xfrm>
            <a:off x="379994" y="6038848"/>
            <a:ext cx="11392406" cy="624539"/>
            <a:chOff x="379994" y="6038848"/>
            <a:chExt cx="11392406" cy="624539"/>
          </a:xfrm>
        </p:grpSpPr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BD5F7037-226E-48ED-A5CA-CD5C50D9FCB9}"/>
                </a:ext>
              </a:extLst>
            </p:cNvPr>
            <p:cNvSpPr/>
            <p:nvPr/>
          </p:nvSpPr>
          <p:spPr>
            <a:xfrm>
              <a:off x="379994" y="6038848"/>
              <a:ext cx="11392406" cy="62453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D06AA5B4-D6C5-479F-9364-976DBFE015D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170142"/>
              <a:ext cx="0" cy="361950"/>
            </a:xfrm>
            <a:prstGeom prst="line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5235B4D-C261-4ADB-A13C-22965F1A864D}"/>
                </a:ext>
              </a:extLst>
            </p:cNvPr>
            <p:cNvSpPr txBox="1"/>
            <p:nvPr/>
          </p:nvSpPr>
          <p:spPr>
            <a:xfrm>
              <a:off x="2564127" y="6228006"/>
              <a:ext cx="3007959" cy="2462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분석 단위 </a:t>
              </a:r>
              <a:r>
                <a:rPr kumimoji="1" lang="en-US" altLang="ko-KR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: </a:t>
              </a: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일별 데이터 </a:t>
              </a:r>
              <a:r>
                <a:rPr kumimoji="1" lang="en-US" altLang="ko-KR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(Daily)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57773407-A1DF-49AF-99DA-55C1C91FF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6072" y="6228006"/>
              <a:ext cx="246222" cy="246222"/>
            </a:xfrm>
            <a:prstGeom prst="rect">
              <a:avLst/>
            </a:prstGeom>
          </p:spPr>
        </p:pic>
        <p:pic>
          <p:nvPicPr>
            <p:cNvPr id="110" name="그래픽 109" descr="표식 단색으로 채워진">
              <a:extLst>
                <a:ext uri="{FF2B5EF4-FFF2-40B4-BE49-F238E27FC236}">
                  <a16:creationId xmlns:a16="http://schemas.microsoft.com/office/drawing/2014/main" id="{48446041-3AA6-4A9A-9698-C5DAFA614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84162" y="6118965"/>
              <a:ext cx="464304" cy="464304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2131E1B-65C6-40B4-9123-D891712194B0}"/>
                </a:ext>
              </a:extLst>
            </p:cNvPr>
            <p:cNvSpPr txBox="1"/>
            <p:nvPr/>
          </p:nvSpPr>
          <p:spPr>
            <a:xfrm>
              <a:off x="6762848" y="6228007"/>
              <a:ext cx="3295552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분석 대상</a:t>
              </a:r>
              <a:r>
                <a:rPr kumimoji="1" lang="en-US" altLang="ko-KR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: </a:t>
              </a: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서울시 </a:t>
              </a:r>
              <a:r>
                <a:rPr kumimoji="1" lang="en-US" altLang="ko-KR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25</a:t>
              </a:r>
              <a:r>
                <a:rPr kumimoji="1" lang="ko-KR" altLang="en-US" sz="16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개 자치구 전체</a:t>
              </a:r>
              <a:endParaRPr kumimoji="1" lang="en-US" altLang="ko-KR" sz="16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44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CA079C-1A6F-4284-A3C7-9BF9A2B90284}"/>
              </a:ext>
            </a:extLst>
          </p:cNvPr>
          <p:cNvSpPr txBox="1"/>
          <p:nvPr/>
        </p:nvSpPr>
        <p:spPr>
          <a:xfrm>
            <a:off x="516749" y="379988"/>
            <a:ext cx="3401572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데이터 처리 및 분석 방법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7DCDE-0FC4-49BB-A344-F30DEFEF8838}"/>
              </a:ext>
            </a:extLst>
          </p:cNvPr>
          <p:cNvSpPr txBox="1"/>
          <p:nvPr/>
        </p:nvSpPr>
        <p:spPr>
          <a:xfrm>
            <a:off x="516749" y="889427"/>
            <a:ext cx="4321951" cy="4570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수집된 환경</a:t>
            </a:r>
            <a:r>
              <a:rPr lang="en-US" altLang="ko-KR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·</a:t>
            </a: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보건</a:t>
            </a:r>
            <a:r>
              <a:rPr lang="en-US" altLang="ko-KR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·</a:t>
            </a: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인구 데이터를 전처리하고 분석하여 </a:t>
            </a:r>
            <a:endParaRPr lang="en-US" altLang="ko-KR" sz="1200" dirty="0">
              <a:latin typeface="a시월구일1" panose="02020600000000000000" pitchFamily="18" charset="-127"/>
              <a:ea typeface="a시월구일1" panose="02020600000000000000" pitchFamily="18" charset="-127"/>
              <a:cs typeface="+mj-cs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200" dirty="0">
                <a:latin typeface="a시월구일1" panose="02020600000000000000" pitchFamily="18" charset="-127"/>
                <a:ea typeface="a시월구일1" panose="02020600000000000000" pitchFamily="18" charset="-127"/>
                <a:cs typeface="+mj-cs"/>
              </a:rPr>
              <a:t>서울시 자치구별 미세먼지 건강 취약도를 분석</a:t>
            </a:r>
          </a:p>
        </p:txBody>
      </p:sp>
      <p:sp>
        <p:nvSpPr>
          <p:cNvPr id="25" name="화살표: 갈매기형 수장 24">
            <a:extLst>
              <a:ext uri="{FF2B5EF4-FFF2-40B4-BE49-F238E27FC236}">
                <a16:creationId xmlns:a16="http://schemas.microsoft.com/office/drawing/2014/main" id="{1AA9A76B-BBBF-456A-9B1D-79130F824594}"/>
              </a:ext>
            </a:extLst>
          </p:cNvPr>
          <p:cNvSpPr/>
          <p:nvPr/>
        </p:nvSpPr>
        <p:spPr>
          <a:xfrm>
            <a:off x="5911633" y="3751917"/>
            <a:ext cx="180975" cy="390525"/>
          </a:xfrm>
          <a:prstGeom prst="chevron">
            <a:avLst>
              <a:gd name="adj" fmla="val 93421"/>
            </a:avLst>
          </a:prstGeom>
          <a:solidFill>
            <a:schemeClr val="bg1">
              <a:lumMod val="7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화살표: 갈매기형 수장 25">
            <a:extLst>
              <a:ext uri="{FF2B5EF4-FFF2-40B4-BE49-F238E27FC236}">
                <a16:creationId xmlns:a16="http://schemas.microsoft.com/office/drawing/2014/main" id="{332EB7E0-4763-4B3F-96C8-5083F8B3A7D1}"/>
              </a:ext>
            </a:extLst>
          </p:cNvPr>
          <p:cNvSpPr/>
          <p:nvPr/>
        </p:nvSpPr>
        <p:spPr>
          <a:xfrm>
            <a:off x="2990054" y="3751917"/>
            <a:ext cx="180975" cy="390525"/>
          </a:xfrm>
          <a:prstGeom prst="chevron">
            <a:avLst>
              <a:gd name="adj" fmla="val 93421"/>
            </a:avLst>
          </a:prstGeom>
          <a:solidFill>
            <a:schemeClr val="bg1">
              <a:lumMod val="7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화살표: 갈매기형 수장 26">
            <a:extLst>
              <a:ext uri="{FF2B5EF4-FFF2-40B4-BE49-F238E27FC236}">
                <a16:creationId xmlns:a16="http://schemas.microsoft.com/office/drawing/2014/main" id="{0D49FD3E-A54A-4B82-8F7C-FF9C1F828B9E}"/>
              </a:ext>
            </a:extLst>
          </p:cNvPr>
          <p:cNvSpPr/>
          <p:nvPr/>
        </p:nvSpPr>
        <p:spPr>
          <a:xfrm>
            <a:off x="8833212" y="3751917"/>
            <a:ext cx="180975" cy="390525"/>
          </a:xfrm>
          <a:prstGeom prst="chevron">
            <a:avLst>
              <a:gd name="adj" fmla="val 93421"/>
            </a:avLst>
          </a:prstGeom>
          <a:solidFill>
            <a:schemeClr val="bg1">
              <a:lumMod val="75000"/>
            </a:scheme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28D542A-E76F-4F76-834B-8ADA20F4DAE6}"/>
              </a:ext>
            </a:extLst>
          </p:cNvPr>
          <p:cNvGrpSpPr/>
          <p:nvPr/>
        </p:nvGrpSpPr>
        <p:grpSpPr>
          <a:xfrm>
            <a:off x="342899" y="1590198"/>
            <a:ext cx="2553706" cy="4074002"/>
            <a:chOff x="342899" y="1590198"/>
            <a:chExt cx="2553706" cy="407400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9B64887-4369-467C-BF4B-EEE6AEBEE192}"/>
                </a:ext>
              </a:extLst>
            </p:cNvPr>
            <p:cNvSpPr/>
            <p:nvPr/>
          </p:nvSpPr>
          <p:spPr>
            <a:xfrm>
              <a:off x="342899" y="1987903"/>
              <a:ext cx="2553706" cy="3676297"/>
            </a:xfrm>
            <a:prstGeom prst="roundRect">
              <a:avLst>
                <a:gd name="adj" fmla="val 7715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FBBC328-34E7-4E8A-BA4A-F1821C6283B7}"/>
                </a:ext>
              </a:extLst>
            </p:cNvPr>
            <p:cNvSpPr/>
            <p:nvPr/>
          </p:nvSpPr>
          <p:spPr>
            <a:xfrm>
              <a:off x="1090611" y="2493613"/>
              <a:ext cx="1058282" cy="2753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rPr>
                <a:t>STEP 01</a:t>
              </a:r>
              <a:endParaRPr lang="ko-KR" altLang="en-US" sz="12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0C94CDA-9E79-40F3-A54F-33C49DC5FD21}"/>
                </a:ext>
              </a:extLst>
            </p:cNvPr>
            <p:cNvSpPr txBox="1"/>
            <p:nvPr/>
          </p:nvSpPr>
          <p:spPr>
            <a:xfrm>
              <a:off x="951300" y="2875026"/>
              <a:ext cx="1336904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데이터 수집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493EF1D3-F706-4AE4-97FE-51F587C496C4}"/>
                </a:ext>
              </a:extLst>
            </p:cNvPr>
            <p:cNvSpPr/>
            <p:nvPr/>
          </p:nvSpPr>
          <p:spPr>
            <a:xfrm>
              <a:off x="401094" y="4261326"/>
              <a:ext cx="2437317" cy="1264112"/>
            </a:xfrm>
            <a:prstGeom prst="roundRect">
              <a:avLst>
                <a:gd name="adj" fmla="val 0"/>
              </a:avLst>
            </a:prstGeom>
            <a:solidFill>
              <a:srgbClr val="F9FB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4FCFC7-CC81-4DEC-ACDB-A91B9D96057A}"/>
                </a:ext>
              </a:extLst>
            </p:cNvPr>
            <p:cNvSpPr txBox="1"/>
            <p:nvPr/>
          </p:nvSpPr>
          <p:spPr>
            <a:xfrm>
              <a:off x="449621" y="4331154"/>
              <a:ext cx="2340263" cy="10525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미세먼지 농도 데이터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호흡기 질환 진료 건수 데이터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인구 구조 데이터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40E60DB-A0CA-4099-8C66-BE37FDBAE63C}"/>
                </a:ext>
              </a:extLst>
            </p:cNvPr>
            <p:cNvSpPr txBox="1"/>
            <p:nvPr/>
          </p:nvSpPr>
          <p:spPr>
            <a:xfrm>
              <a:off x="449621" y="3459554"/>
              <a:ext cx="2340263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서울시 공공데이터를 활용하여 </a:t>
              </a: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분석 데이터 수집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EADE798-42CC-49D3-8B42-AE43665FBE71}"/>
                </a:ext>
              </a:extLst>
            </p:cNvPr>
            <p:cNvGrpSpPr/>
            <p:nvPr/>
          </p:nvGrpSpPr>
          <p:grpSpPr>
            <a:xfrm>
              <a:off x="1220152" y="1590198"/>
              <a:ext cx="799200" cy="799200"/>
              <a:chOff x="1162049" y="1590198"/>
              <a:chExt cx="799200" cy="799200"/>
            </a:xfrm>
          </p:grpSpPr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B31ECD0C-B80F-44A1-8921-E6075E66DC35}"/>
                  </a:ext>
                </a:extLst>
              </p:cNvPr>
              <p:cNvSpPr/>
              <p:nvPr/>
            </p:nvSpPr>
            <p:spPr>
              <a:xfrm>
                <a:off x="1162049" y="1590198"/>
                <a:ext cx="799200" cy="7992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DAAA3EA2-F479-4261-96BC-69D704900F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09649" y="1737798"/>
                <a:ext cx="504000" cy="504000"/>
              </a:xfrm>
              <a:prstGeom prst="rect">
                <a:avLst/>
              </a:prstGeom>
            </p:spPr>
          </p:pic>
        </p:grp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B7D0CB71-6003-47D5-B292-6F58D5C1BA41}"/>
              </a:ext>
            </a:extLst>
          </p:cNvPr>
          <p:cNvSpPr/>
          <p:nvPr/>
        </p:nvSpPr>
        <p:spPr>
          <a:xfrm>
            <a:off x="9107637" y="1987903"/>
            <a:ext cx="2553706" cy="3676297"/>
          </a:xfrm>
          <a:prstGeom prst="roundRect">
            <a:avLst>
              <a:gd name="adj" fmla="val 7715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55204703-DD5E-4061-9F74-81F2EA06A2BF}"/>
              </a:ext>
            </a:extLst>
          </p:cNvPr>
          <p:cNvSpPr/>
          <p:nvPr/>
        </p:nvSpPr>
        <p:spPr>
          <a:xfrm>
            <a:off x="9855349" y="2493613"/>
            <a:ext cx="1058282" cy="27537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rPr>
              <a:t>STEP 04</a:t>
            </a:r>
            <a:endParaRPr lang="ko-KR" altLang="en-US" sz="1200" dirty="0">
              <a:solidFill>
                <a:schemeClr val="tx1"/>
              </a:solidFill>
              <a:latin typeface="a시월구일3" panose="02020600000000000000" pitchFamily="18" charset="-127"/>
              <a:ea typeface="a시월구일3" panose="02020600000000000000" pitchFamily="18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626933-DAC7-454E-9708-DB194A63B645}"/>
              </a:ext>
            </a:extLst>
          </p:cNvPr>
          <p:cNvSpPr txBox="1"/>
          <p:nvPr/>
        </p:nvSpPr>
        <p:spPr>
          <a:xfrm>
            <a:off x="9590202" y="2875026"/>
            <a:ext cx="1588576" cy="3077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2000" dirty="0" err="1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머신러닝</a:t>
            </a:r>
            <a:r>
              <a:rPr kumimoji="1" lang="ko-KR" altLang="en-US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 분석</a:t>
            </a:r>
            <a:endParaRPr kumimoji="1" lang="en-US" altLang="ko-KR" sz="20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71FBD03-DDB2-4B77-8649-695F376460CF}"/>
              </a:ext>
            </a:extLst>
          </p:cNvPr>
          <p:cNvSpPr/>
          <p:nvPr/>
        </p:nvSpPr>
        <p:spPr>
          <a:xfrm>
            <a:off x="9165832" y="4261326"/>
            <a:ext cx="2437317" cy="1264112"/>
          </a:xfrm>
          <a:prstGeom prst="roundRect">
            <a:avLst>
              <a:gd name="adj" fmla="val 0"/>
            </a:avLst>
          </a:prstGeom>
          <a:solidFill>
            <a:srgbClr val="F9F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9031FA-9DBD-4B45-99EC-8A2D0412748E}"/>
              </a:ext>
            </a:extLst>
          </p:cNvPr>
          <p:cNvSpPr txBox="1"/>
          <p:nvPr/>
        </p:nvSpPr>
        <p:spPr>
          <a:xfrm>
            <a:off x="9214359" y="4331154"/>
            <a:ext cx="2340263" cy="10525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latinLnBrk="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건강 위험 등급</a:t>
            </a:r>
            <a:r>
              <a: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(Label) </a:t>
            </a:r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생성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71450" indent="-171450" latinLnBrk="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ko-KR" altLang="en-US" sz="1200" dirty="0" err="1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머신러닝</a:t>
            </a:r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 분류 모델 학습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marL="171450" indent="-171450" latinLnBrk="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자치구별 건강 취약도 분석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D3B544-407F-4997-BB1C-BC6DEC9E990F}"/>
              </a:ext>
            </a:extLst>
          </p:cNvPr>
          <p:cNvSpPr txBox="1"/>
          <p:nvPr/>
        </p:nvSpPr>
        <p:spPr>
          <a:xfrm>
            <a:off x="9214359" y="3459554"/>
            <a:ext cx="2340263" cy="5216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kumimoji="1" lang="ko-KR" altLang="en-US" sz="1200" dirty="0" err="1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머신러닝</a:t>
            </a:r>
            <a:r>
              <a:rPr kumimoji="1" lang="ko-KR" altLang="en-US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 모델을 활용하여</a:t>
            </a:r>
            <a:endParaRPr kumimoji="1" lang="en-US" altLang="ko-KR" sz="12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1" lang="ko-KR" altLang="en-US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건강 취약도 분석</a:t>
            </a:r>
            <a:endParaRPr kumimoji="1" lang="en-US" altLang="ko-KR" sz="12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3EBC1198-DB0F-474D-BF7D-38FEA07CF7F8}"/>
              </a:ext>
            </a:extLst>
          </p:cNvPr>
          <p:cNvGrpSpPr/>
          <p:nvPr/>
        </p:nvGrpSpPr>
        <p:grpSpPr>
          <a:xfrm>
            <a:off x="3264478" y="1590198"/>
            <a:ext cx="2553706" cy="4074002"/>
            <a:chOff x="3264478" y="1590198"/>
            <a:chExt cx="2553706" cy="4074002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941D5437-97D4-469D-B5F7-1FCADA395D1E}"/>
                </a:ext>
              </a:extLst>
            </p:cNvPr>
            <p:cNvSpPr/>
            <p:nvPr/>
          </p:nvSpPr>
          <p:spPr>
            <a:xfrm>
              <a:off x="3264478" y="1987903"/>
              <a:ext cx="2553706" cy="3676297"/>
            </a:xfrm>
            <a:prstGeom prst="roundRect">
              <a:avLst>
                <a:gd name="adj" fmla="val 7715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1E82E39-9D6B-4D44-93BC-B717031640EC}"/>
                </a:ext>
              </a:extLst>
            </p:cNvPr>
            <p:cNvSpPr/>
            <p:nvPr/>
          </p:nvSpPr>
          <p:spPr>
            <a:xfrm>
              <a:off x="4012190" y="2493613"/>
              <a:ext cx="1058282" cy="2753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rPr>
                <a:t>STEP 02</a:t>
              </a:r>
              <a:endParaRPr lang="ko-KR" altLang="en-US" sz="12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0997950-5AA2-4AB0-AEE3-D6D93E6A6F2C}"/>
                </a:ext>
              </a:extLst>
            </p:cNvPr>
            <p:cNvSpPr txBox="1"/>
            <p:nvPr/>
          </p:nvSpPr>
          <p:spPr>
            <a:xfrm>
              <a:off x="3745440" y="2875026"/>
              <a:ext cx="1591782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20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데이터 </a:t>
              </a:r>
              <a:r>
                <a:rPr kumimoji="1" lang="ko-KR" altLang="en-US" sz="2000" dirty="0" err="1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전처리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63E833FD-49CD-48DB-8D1C-5DD431EFF422}"/>
                </a:ext>
              </a:extLst>
            </p:cNvPr>
            <p:cNvSpPr/>
            <p:nvPr/>
          </p:nvSpPr>
          <p:spPr>
            <a:xfrm>
              <a:off x="3322673" y="4261326"/>
              <a:ext cx="2437317" cy="1264112"/>
            </a:xfrm>
            <a:prstGeom prst="roundRect">
              <a:avLst>
                <a:gd name="adj" fmla="val 0"/>
              </a:avLst>
            </a:prstGeom>
            <a:solidFill>
              <a:srgbClr val="F9FB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3405D4B-B2A5-4F72-BBB7-A3392AD8C97A}"/>
                </a:ext>
              </a:extLst>
            </p:cNvPr>
            <p:cNvSpPr txBox="1"/>
            <p:nvPr/>
          </p:nvSpPr>
          <p:spPr>
            <a:xfrm>
              <a:off x="3371200" y="4331154"/>
              <a:ext cx="2340263" cy="10525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 err="1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결측치</a:t>
              </a: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제거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 형식 통일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 정리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287A0E2-BC2A-4D22-9A69-5A548C8825A3}"/>
                </a:ext>
              </a:extLst>
            </p:cNvPr>
            <p:cNvSpPr txBox="1"/>
            <p:nvPr/>
          </p:nvSpPr>
          <p:spPr>
            <a:xfrm>
              <a:off x="3371200" y="3459554"/>
              <a:ext cx="2340263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 형식을 정리하고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 err="1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결측치를</a:t>
              </a: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처리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DC6402-F377-4FDD-8367-5AA482088E50}"/>
                </a:ext>
              </a:extLst>
            </p:cNvPr>
            <p:cNvGrpSpPr/>
            <p:nvPr/>
          </p:nvGrpSpPr>
          <p:grpSpPr>
            <a:xfrm>
              <a:off x="4141731" y="1590198"/>
              <a:ext cx="799200" cy="799200"/>
              <a:chOff x="4141731" y="1590198"/>
              <a:chExt cx="799200" cy="799200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132D0BF0-2837-40D8-B9A5-3CD6EC7C06F1}"/>
                  </a:ext>
                </a:extLst>
              </p:cNvPr>
              <p:cNvSpPr/>
              <p:nvPr/>
            </p:nvSpPr>
            <p:spPr>
              <a:xfrm>
                <a:off x="4141731" y="1590198"/>
                <a:ext cx="799200" cy="7992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80" name="그림 79">
                <a:extLst>
                  <a:ext uri="{FF2B5EF4-FFF2-40B4-BE49-F238E27FC236}">
                    <a16:creationId xmlns:a16="http://schemas.microsoft.com/office/drawing/2014/main" id="{6C4835C3-9513-41C9-B878-E6113B2DB0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325331" y="1773798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66EEFF7-8613-4A54-AF51-7B9FE2D60D89}"/>
              </a:ext>
            </a:extLst>
          </p:cNvPr>
          <p:cNvGrpSpPr/>
          <p:nvPr/>
        </p:nvGrpSpPr>
        <p:grpSpPr>
          <a:xfrm>
            <a:off x="6186057" y="1590198"/>
            <a:ext cx="2553706" cy="4074002"/>
            <a:chOff x="6186057" y="1590198"/>
            <a:chExt cx="2553706" cy="4074002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82FF3BFB-4A8E-44E3-B7DB-4BE3321F2C50}"/>
                </a:ext>
              </a:extLst>
            </p:cNvPr>
            <p:cNvSpPr/>
            <p:nvPr/>
          </p:nvSpPr>
          <p:spPr>
            <a:xfrm>
              <a:off x="6186057" y="1987903"/>
              <a:ext cx="2553706" cy="3676297"/>
            </a:xfrm>
            <a:prstGeom prst="roundRect">
              <a:avLst>
                <a:gd name="adj" fmla="val 7715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785FA149-D933-45F2-B187-2F99FE01BB44}"/>
                </a:ext>
              </a:extLst>
            </p:cNvPr>
            <p:cNvSpPr/>
            <p:nvPr/>
          </p:nvSpPr>
          <p:spPr>
            <a:xfrm>
              <a:off x="6933769" y="2493613"/>
              <a:ext cx="1058282" cy="27537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</a:rPr>
                <a:t>STEP 03</a:t>
              </a:r>
              <a:endParaRPr lang="ko-KR" altLang="en-US" sz="1200" dirty="0">
                <a:solidFill>
                  <a:schemeClr val="tx1"/>
                </a:solidFill>
                <a:latin typeface="a시월구일3" panose="02020600000000000000" pitchFamily="18" charset="-127"/>
                <a:ea typeface="a시월구일3" panose="02020600000000000000" pitchFamily="18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EE48E3C-E82F-4293-B532-8B167AF12D10}"/>
                </a:ext>
              </a:extLst>
            </p:cNvPr>
            <p:cNvSpPr txBox="1"/>
            <p:nvPr/>
          </p:nvSpPr>
          <p:spPr>
            <a:xfrm>
              <a:off x="6332793" y="2875026"/>
              <a:ext cx="2260234" cy="307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200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데이터 통합 및 탐색</a:t>
              </a:r>
              <a:endParaRPr kumimoji="1" lang="en-US" altLang="ko-KR" sz="20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326EF20D-E5C5-4F71-8D2D-CC6A9EA5AEE6}"/>
                </a:ext>
              </a:extLst>
            </p:cNvPr>
            <p:cNvSpPr/>
            <p:nvPr/>
          </p:nvSpPr>
          <p:spPr>
            <a:xfrm>
              <a:off x="6244252" y="4261326"/>
              <a:ext cx="2437317" cy="1264112"/>
            </a:xfrm>
            <a:prstGeom prst="roundRect">
              <a:avLst>
                <a:gd name="adj" fmla="val 0"/>
              </a:avLst>
            </a:prstGeom>
            <a:solidFill>
              <a:srgbClr val="F9FB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EF5E87-E0E9-4F45-88A8-A55A2AC50B0B}"/>
                </a:ext>
              </a:extLst>
            </p:cNvPr>
            <p:cNvSpPr txBox="1"/>
            <p:nvPr/>
          </p:nvSpPr>
          <p:spPr>
            <a:xfrm>
              <a:off x="6292779" y="4331154"/>
              <a:ext cx="2340263" cy="10525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 기준 데이터 병합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날짜 기준 데이터 정렬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marL="171450" indent="-171450" latinLnBrk="0">
                <a:lnSpc>
                  <a:spcPct val="200000"/>
                </a:lnSpc>
                <a:buFont typeface="Wingdings" panose="05000000000000000000" pitchFamily="2" charset="2"/>
                <a:buChar char="ü"/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 분포 및 이상치 확인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369F5E7-3F29-4654-87B1-3899CABAF816}"/>
                </a:ext>
              </a:extLst>
            </p:cNvPr>
            <p:cNvSpPr txBox="1"/>
            <p:nvPr/>
          </p:nvSpPr>
          <p:spPr>
            <a:xfrm>
              <a:off x="6292779" y="3459554"/>
              <a:ext cx="2340263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데이터를 통합하고</a:t>
              </a:r>
              <a:endParaRPr kumimoji="1" lang="en-US" altLang="ko-KR" sz="12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탐색적 데이터</a:t>
              </a:r>
              <a:r>
                <a:rPr kumimoji="1" lang="en-US" altLang="ko-KR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(EDA)</a:t>
              </a: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 분석 수행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693661D4-8F5F-43BD-8698-6F7EC9725D1B}"/>
                </a:ext>
              </a:extLst>
            </p:cNvPr>
            <p:cNvGrpSpPr/>
            <p:nvPr/>
          </p:nvGrpSpPr>
          <p:grpSpPr>
            <a:xfrm>
              <a:off x="7063310" y="1590198"/>
              <a:ext cx="799200" cy="799200"/>
              <a:chOff x="7063310" y="1590198"/>
              <a:chExt cx="799200" cy="799200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22349C74-3D25-4302-A5CE-6FF90085D446}"/>
                  </a:ext>
                </a:extLst>
              </p:cNvPr>
              <p:cNvSpPr/>
              <p:nvPr/>
            </p:nvSpPr>
            <p:spPr>
              <a:xfrm>
                <a:off x="7063310" y="1590198"/>
                <a:ext cx="799200" cy="7992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88" name="그림 87">
                <a:extLst>
                  <a:ext uri="{FF2B5EF4-FFF2-40B4-BE49-F238E27FC236}">
                    <a16:creationId xmlns:a16="http://schemas.microsoft.com/office/drawing/2014/main" id="{F1E2AE0E-F129-4C9D-AE2E-34C225B83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10910" y="1737798"/>
                <a:ext cx="504000" cy="504000"/>
              </a:xfrm>
              <a:prstGeom prst="rect">
                <a:avLst/>
              </a:prstGeom>
            </p:spPr>
          </p:pic>
        </p:grp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D9299186-C964-4F97-A8F1-0D141552CE65}"/>
              </a:ext>
            </a:extLst>
          </p:cNvPr>
          <p:cNvGrpSpPr/>
          <p:nvPr/>
        </p:nvGrpSpPr>
        <p:grpSpPr>
          <a:xfrm>
            <a:off x="9984890" y="1590198"/>
            <a:ext cx="799200" cy="799200"/>
            <a:chOff x="9984890" y="1590198"/>
            <a:chExt cx="799200" cy="799200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8EBAEB2-6B4A-4A2E-8F52-F87999E85A74}"/>
                </a:ext>
              </a:extLst>
            </p:cNvPr>
            <p:cNvSpPr/>
            <p:nvPr/>
          </p:nvSpPr>
          <p:spPr>
            <a:xfrm>
              <a:off x="9984890" y="1590198"/>
              <a:ext cx="799200" cy="7992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2">
                  <a:lumMod val="90000"/>
                </a:schemeClr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CCB1443E-00A1-4B10-B4C6-1ECCA184C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2490" y="1737798"/>
              <a:ext cx="504000" cy="504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875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B3092-D40F-4EF0-82DE-C82718BA3588}"/>
              </a:ext>
            </a:extLst>
          </p:cNvPr>
          <p:cNvSpPr txBox="1"/>
          <p:nvPr/>
        </p:nvSpPr>
        <p:spPr>
          <a:xfrm>
            <a:off x="516749" y="379988"/>
            <a:ext cx="1994136" cy="489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a시월구일3" panose="02020600000000000000" pitchFamily="18" charset="-127"/>
                <a:ea typeface="a시월구일3" panose="02020600000000000000" pitchFamily="18" charset="-127"/>
                <a:cs typeface="+mj-cs"/>
              </a:rPr>
              <a:t>분류 모델 설계</a:t>
            </a:r>
            <a:endParaRPr lang="en-US" altLang="ko-KR" sz="2400" dirty="0">
              <a:latin typeface="a시월구일3" panose="02020600000000000000" pitchFamily="18" charset="-127"/>
              <a:ea typeface="a시월구일3" panose="02020600000000000000" pitchFamily="18" charset="-127"/>
              <a:cs typeface="+mj-cs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86F6A88-4468-4865-85D0-7302C2109530}"/>
              </a:ext>
            </a:extLst>
          </p:cNvPr>
          <p:cNvSpPr/>
          <p:nvPr/>
        </p:nvSpPr>
        <p:spPr>
          <a:xfrm>
            <a:off x="198830" y="1160523"/>
            <a:ext cx="5516572" cy="30746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3C198D-4DBB-4E00-ABAC-3DBA1E2B3E1B}"/>
              </a:ext>
            </a:extLst>
          </p:cNvPr>
          <p:cNvSpPr txBox="1"/>
          <p:nvPr/>
        </p:nvSpPr>
        <p:spPr>
          <a:xfrm>
            <a:off x="360213" y="1209171"/>
            <a:ext cx="1269578" cy="169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INPUT VARIABLES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F42AF2-B8E9-47A4-9A15-552EF08AB0F0}"/>
              </a:ext>
            </a:extLst>
          </p:cNvPr>
          <p:cNvSpPr txBox="1"/>
          <p:nvPr/>
        </p:nvSpPr>
        <p:spPr>
          <a:xfrm>
            <a:off x="360213" y="1442251"/>
            <a:ext cx="1720856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입력 변수 </a:t>
            </a:r>
            <a:r>
              <a: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(Features)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1C76DB3-2EA2-49A9-ABEF-630136A7BB08}"/>
              </a:ext>
            </a:extLst>
          </p:cNvPr>
          <p:cNvGrpSpPr/>
          <p:nvPr/>
        </p:nvGrpSpPr>
        <p:grpSpPr>
          <a:xfrm>
            <a:off x="544783" y="1812588"/>
            <a:ext cx="2170016" cy="384276"/>
            <a:chOff x="516749" y="1764848"/>
            <a:chExt cx="2170016" cy="38427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9415BD0-BE81-4816-962F-FE427F01ADAE}"/>
                </a:ext>
              </a:extLst>
            </p:cNvPr>
            <p:cNvSpPr txBox="1"/>
            <p:nvPr/>
          </p:nvSpPr>
          <p:spPr>
            <a:xfrm>
              <a:off x="965909" y="1780015"/>
              <a:ext cx="1720856" cy="3539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/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미세먼지 농도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/>
              <a:r>
                <a:rPr kumimoji="1" lang="en-US" altLang="ko-KR" sz="11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PM10 / PM2.5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008FBCAA-C5E3-48CA-A86D-2606992458A3}"/>
                </a:ext>
              </a:extLst>
            </p:cNvPr>
            <p:cNvGrpSpPr/>
            <p:nvPr/>
          </p:nvGrpSpPr>
          <p:grpSpPr>
            <a:xfrm>
              <a:off x="516749" y="1764848"/>
              <a:ext cx="384276" cy="384276"/>
              <a:chOff x="460502" y="1689138"/>
              <a:chExt cx="658835" cy="658835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24F10E39-3B83-4018-8B2E-2BD1E18A3AAF}"/>
                  </a:ext>
                </a:extLst>
              </p:cNvPr>
              <p:cNvSpPr/>
              <p:nvPr/>
            </p:nvSpPr>
            <p:spPr>
              <a:xfrm>
                <a:off x="460502" y="1689138"/>
                <a:ext cx="658835" cy="658835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75853E28-6625-4CE3-96FD-FE97AE47F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745" y="1800381"/>
                <a:ext cx="436348" cy="436348"/>
              </a:xfrm>
              <a:prstGeom prst="rect">
                <a:avLst/>
              </a:prstGeom>
            </p:spPr>
          </p:pic>
        </p:grp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A75C7D7-F782-47BB-A040-451896CCAD58}"/>
              </a:ext>
            </a:extLst>
          </p:cNvPr>
          <p:cNvGrpSpPr/>
          <p:nvPr/>
        </p:nvGrpSpPr>
        <p:grpSpPr>
          <a:xfrm>
            <a:off x="544783" y="2415938"/>
            <a:ext cx="2170016" cy="384276"/>
            <a:chOff x="516749" y="2375797"/>
            <a:chExt cx="2170016" cy="38427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8F05D4-A93F-4C3B-A812-D3A9F2004F36}"/>
                </a:ext>
              </a:extLst>
            </p:cNvPr>
            <p:cNvSpPr txBox="1"/>
            <p:nvPr/>
          </p:nvSpPr>
          <p:spPr>
            <a:xfrm>
              <a:off x="965909" y="2390964"/>
              <a:ext cx="1720856" cy="3539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/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평균 기온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/>
              <a:r>
                <a:rPr kumimoji="1" lang="ko-KR" altLang="en-US" sz="11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일별 평균 기온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9D5B0E4-C4DF-4D95-9C83-C595E02D493E}"/>
                </a:ext>
              </a:extLst>
            </p:cNvPr>
            <p:cNvGrpSpPr/>
            <p:nvPr/>
          </p:nvGrpSpPr>
          <p:grpSpPr>
            <a:xfrm>
              <a:off x="516749" y="2375797"/>
              <a:ext cx="384276" cy="384276"/>
              <a:chOff x="516749" y="2375797"/>
              <a:chExt cx="384276" cy="384276"/>
            </a:xfrm>
          </p:grpSpPr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742CBD41-6981-4888-8603-7BD2BB802F87}"/>
                  </a:ext>
                </a:extLst>
              </p:cNvPr>
              <p:cNvSpPr/>
              <p:nvPr/>
            </p:nvSpPr>
            <p:spPr>
              <a:xfrm>
                <a:off x="516749" y="2375797"/>
                <a:ext cx="384276" cy="38427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4AB4D1FA-8911-4CB6-AE06-C61AE8B343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3511" y="2428286"/>
                <a:ext cx="279297" cy="279297"/>
              </a:xfrm>
              <a:prstGeom prst="rect">
                <a:avLst/>
              </a:prstGeom>
            </p:spPr>
          </p:pic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C21E0C3-2F81-4626-BE1B-FA583E4E3A42}"/>
              </a:ext>
            </a:extLst>
          </p:cNvPr>
          <p:cNvGrpSpPr/>
          <p:nvPr/>
        </p:nvGrpSpPr>
        <p:grpSpPr>
          <a:xfrm>
            <a:off x="544783" y="3019288"/>
            <a:ext cx="2170016" cy="384276"/>
            <a:chOff x="516749" y="2975347"/>
            <a:chExt cx="2170016" cy="38427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A62602-8A85-41CF-8EDA-EA1E7270D748}"/>
                </a:ext>
              </a:extLst>
            </p:cNvPr>
            <p:cNvSpPr txBox="1"/>
            <p:nvPr/>
          </p:nvSpPr>
          <p:spPr>
            <a:xfrm>
              <a:off x="965909" y="2990514"/>
              <a:ext cx="1720856" cy="3539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/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호흡기 질환 진료 건수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/>
              <a:r>
                <a:rPr kumimoji="1" lang="ko-KR" altLang="en-US" sz="11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건강보험 통계 데이터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BFA9306D-E02D-4F97-BBB9-C7C73CF88078}"/>
                </a:ext>
              </a:extLst>
            </p:cNvPr>
            <p:cNvGrpSpPr/>
            <p:nvPr/>
          </p:nvGrpSpPr>
          <p:grpSpPr>
            <a:xfrm>
              <a:off x="516749" y="2975347"/>
              <a:ext cx="384276" cy="384276"/>
              <a:chOff x="516749" y="2975347"/>
              <a:chExt cx="384276" cy="384276"/>
            </a:xfrm>
          </p:grpSpPr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0507FD42-CB64-499B-97BA-301F8BDC58CC}"/>
                  </a:ext>
                </a:extLst>
              </p:cNvPr>
              <p:cNvSpPr/>
              <p:nvPr/>
            </p:nvSpPr>
            <p:spPr>
              <a:xfrm>
                <a:off x="516749" y="2975347"/>
                <a:ext cx="384276" cy="38427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4C49C852-D8A9-400E-A743-29450E5E3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3299" y="3041897"/>
                <a:ext cx="251176" cy="251176"/>
              </a:xfrm>
              <a:prstGeom prst="rect">
                <a:avLst/>
              </a:prstGeom>
            </p:spPr>
          </p:pic>
        </p:grp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CCBB9D0-CBB9-4DF1-AC70-9C767C959EDE}"/>
              </a:ext>
            </a:extLst>
          </p:cNvPr>
          <p:cNvGrpSpPr/>
          <p:nvPr/>
        </p:nvGrpSpPr>
        <p:grpSpPr>
          <a:xfrm>
            <a:off x="544783" y="3622636"/>
            <a:ext cx="2170016" cy="384276"/>
            <a:chOff x="516749" y="3574896"/>
            <a:chExt cx="2170016" cy="384276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356C4A-5EE9-4360-96D2-86FE6BFD44F1}"/>
                </a:ext>
              </a:extLst>
            </p:cNvPr>
            <p:cNvSpPr txBox="1"/>
            <p:nvPr/>
          </p:nvSpPr>
          <p:spPr>
            <a:xfrm>
              <a:off x="965909" y="3590063"/>
              <a:ext cx="1720856" cy="35394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/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인구 구조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latinLnBrk="0"/>
              <a:r>
                <a:rPr kumimoji="1" lang="ko-KR" altLang="en-US" sz="11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자치구별 등록 인구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E870A944-2CFA-4317-B0C1-8D46FA71D6A4}"/>
                </a:ext>
              </a:extLst>
            </p:cNvPr>
            <p:cNvGrpSpPr/>
            <p:nvPr/>
          </p:nvGrpSpPr>
          <p:grpSpPr>
            <a:xfrm>
              <a:off x="516749" y="3574896"/>
              <a:ext cx="384276" cy="384276"/>
              <a:chOff x="516749" y="3574896"/>
              <a:chExt cx="384276" cy="384276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FE2A1C36-A8E3-4B2B-9C35-1C0A2E4745EB}"/>
                  </a:ext>
                </a:extLst>
              </p:cNvPr>
              <p:cNvSpPr/>
              <p:nvPr/>
            </p:nvSpPr>
            <p:spPr>
              <a:xfrm>
                <a:off x="516749" y="3574896"/>
                <a:ext cx="384276" cy="38427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2">
                    <a:lumMod val="90000"/>
                  </a:schemeClr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2" name="그래픽 31" descr="사용자 단색으로 채워진">
                <a:extLst>
                  <a:ext uri="{FF2B5EF4-FFF2-40B4-BE49-F238E27FC236}">
                    <a16:creationId xmlns:a16="http://schemas.microsoft.com/office/drawing/2014/main" id="{0F9BF370-B65B-48C8-BE78-C39357427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28142" y="3586289"/>
                <a:ext cx="361490" cy="361490"/>
              </a:xfrm>
              <a:prstGeom prst="rect">
                <a:avLst/>
              </a:prstGeom>
            </p:spPr>
          </p:pic>
        </p:grp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6045C43-F589-4029-B48D-8D76AF263655}"/>
              </a:ext>
            </a:extLst>
          </p:cNvPr>
          <p:cNvCxnSpPr/>
          <p:nvPr/>
        </p:nvCxnSpPr>
        <p:spPr>
          <a:xfrm>
            <a:off x="609667" y="2306401"/>
            <a:ext cx="346458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8ADDB21-8512-4670-AA04-0DD7FE0D8600}"/>
              </a:ext>
            </a:extLst>
          </p:cNvPr>
          <p:cNvCxnSpPr/>
          <p:nvPr/>
        </p:nvCxnSpPr>
        <p:spPr>
          <a:xfrm>
            <a:off x="609667" y="2909751"/>
            <a:ext cx="346458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3D6FBC8-DE87-4BA6-A7C1-85B0FFB9C240}"/>
              </a:ext>
            </a:extLst>
          </p:cNvPr>
          <p:cNvCxnSpPr/>
          <p:nvPr/>
        </p:nvCxnSpPr>
        <p:spPr>
          <a:xfrm>
            <a:off x="609667" y="3513101"/>
            <a:ext cx="346458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378264B-0B81-4ED1-9426-84C2FD20D370}"/>
              </a:ext>
            </a:extLst>
          </p:cNvPr>
          <p:cNvSpPr/>
          <p:nvPr/>
        </p:nvSpPr>
        <p:spPr>
          <a:xfrm>
            <a:off x="189616" y="4270043"/>
            <a:ext cx="5516572" cy="24791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303C9A-B3B8-4208-8CD5-BEAFCC5C5848}"/>
              </a:ext>
            </a:extLst>
          </p:cNvPr>
          <p:cNvSpPr txBox="1"/>
          <p:nvPr/>
        </p:nvSpPr>
        <p:spPr>
          <a:xfrm>
            <a:off x="330137" y="4383808"/>
            <a:ext cx="920124" cy="1692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en-US" altLang="ko-KR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ALGORITHMS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2A09A4-1788-4BC9-933D-576FF1AC5333}"/>
              </a:ext>
            </a:extLst>
          </p:cNvPr>
          <p:cNvSpPr txBox="1"/>
          <p:nvPr/>
        </p:nvSpPr>
        <p:spPr>
          <a:xfrm>
            <a:off x="330137" y="4616888"/>
            <a:ext cx="705321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ko-KR" altLang="en-US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rPr>
              <a:t>알고리즘</a:t>
            </a:r>
            <a:endParaRPr kumimoji="1" lang="en-US" altLang="ko-KR" sz="14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9661056-962A-4B83-BBFC-C5AA1E30CBFC}"/>
              </a:ext>
            </a:extLst>
          </p:cNvPr>
          <p:cNvSpPr/>
          <p:nvPr/>
        </p:nvSpPr>
        <p:spPr>
          <a:xfrm>
            <a:off x="3012466" y="5337763"/>
            <a:ext cx="2342058" cy="1204656"/>
          </a:xfrm>
          <a:prstGeom prst="roundRect">
            <a:avLst>
              <a:gd name="adj" fmla="val 8991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3C7C5CD-FB51-4BDC-B32A-A5DF9E1C0C19}"/>
              </a:ext>
            </a:extLst>
          </p:cNvPr>
          <p:cNvGrpSpPr/>
          <p:nvPr/>
        </p:nvGrpSpPr>
        <p:grpSpPr>
          <a:xfrm>
            <a:off x="330137" y="5337763"/>
            <a:ext cx="2219385" cy="1204656"/>
            <a:chOff x="516749" y="5206771"/>
            <a:chExt cx="2219385" cy="1204656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26794D80-9E51-4385-BC44-8FF7B62C859F}"/>
                </a:ext>
              </a:extLst>
            </p:cNvPr>
            <p:cNvSpPr/>
            <p:nvPr/>
          </p:nvSpPr>
          <p:spPr>
            <a:xfrm>
              <a:off x="516749" y="5206771"/>
              <a:ext cx="2219385" cy="1204656"/>
            </a:xfrm>
            <a:prstGeom prst="roundRect">
              <a:avLst>
                <a:gd name="adj" fmla="val 7792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149D51C2-CCB4-4604-AA2D-C996523553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8697" y="5333341"/>
              <a:ext cx="315488" cy="315488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73270E4-BF9E-49F9-88BE-BEC03ADD1CCB}"/>
                </a:ext>
              </a:extLst>
            </p:cNvPr>
            <p:cNvSpPr txBox="1"/>
            <p:nvPr/>
          </p:nvSpPr>
          <p:spPr>
            <a:xfrm>
              <a:off x="766013" y="5998902"/>
              <a:ext cx="172085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/>
              <a:r>
                <a:rPr kumimoji="1" lang="ko-KR" altLang="en-US" sz="11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기본 분류 모델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54" name="그림 53">
            <a:extLst>
              <a:ext uri="{FF2B5EF4-FFF2-40B4-BE49-F238E27FC236}">
                <a16:creationId xmlns:a16="http://schemas.microsoft.com/office/drawing/2014/main" id="{258045AE-D8E8-4CCF-85C7-4379B2DD95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622" y="5454620"/>
            <a:ext cx="343747" cy="34374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848E272F-19F6-45B8-A218-D9BBBAAE1595}"/>
              </a:ext>
            </a:extLst>
          </p:cNvPr>
          <p:cNvSpPr txBox="1"/>
          <p:nvPr/>
        </p:nvSpPr>
        <p:spPr>
          <a:xfrm>
            <a:off x="3323067" y="5846262"/>
            <a:ext cx="172085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Random Forest</a:t>
            </a:r>
            <a:endParaRPr kumimoji="1" lang="en-US" altLang="ko-KR" sz="11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35E451-86A8-49F6-AFD6-608B71DCCA82}"/>
              </a:ext>
            </a:extLst>
          </p:cNvPr>
          <p:cNvSpPr txBox="1"/>
          <p:nvPr/>
        </p:nvSpPr>
        <p:spPr>
          <a:xfrm>
            <a:off x="3323067" y="6122200"/>
            <a:ext cx="1720856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ko-KR" altLang="en-US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최종 선택 모델</a:t>
            </a:r>
            <a:endParaRPr kumimoji="1" lang="en-US" altLang="ko-KR" sz="11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F530DD-C789-489A-B70D-AC8C70DCEBEF}"/>
              </a:ext>
            </a:extLst>
          </p:cNvPr>
          <p:cNvSpPr txBox="1"/>
          <p:nvPr/>
        </p:nvSpPr>
        <p:spPr>
          <a:xfrm>
            <a:off x="579401" y="5846262"/>
            <a:ext cx="1720856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latinLnBrk="0"/>
            <a:r>
              <a: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Logistic</a:t>
            </a:r>
            <a:r>
              <a:rPr kumimoji="1" lang="ko-KR" altLang="en-US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 </a:t>
            </a:r>
            <a:r>
              <a: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Regression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8AAA5C-3122-49DA-A9F9-9BC85C1D8B09}"/>
              </a:ext>
            </a:extLst>
          </p:cNvPr>
          <p:cNvSpPr txBox="1"/>
          <p:nvPr/>
        </p:nvSpPr>
        <p:spPr>
          <a:xfrm>
            <a:off x="360213" y="4931224"/>
            <a:ext cx="461099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/>
            <a:r>
              <a:rPr kumimoji="1" lang="ko-KR" altLang="en-US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분류 성능 비교를 통해 </a:t>
            </a:r>
            <a:r>
              <a:rPr kumimoji="1" lang="en-US" altLang="ko-KR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Random Forest </a:t>
            </a:r>
            <a:r>
              <a:rPr kumimoji="1" lang="ko-KR" altLang="en-US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모델을 최종 선택</a:t>
            </a:r>
            <a:endParaRPr kumimoji="1" lang="en-US" altLang="ko-KR" sz="1100" b="1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3" panose="02020600000000000000" pitchFamily="18" charset="-127"/>
              <a:ea typeface="a시월구일3" panose="02020600000000000000" pitchFamily="18" charset="-127"/>
              <a:cs typeface="Pretendard" panose="02000503000000020004" pitchFamily="2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CB52254-85C2-08B3-FBC4-A58821E8A4AC}"/>
              </a:ext>
            </a:extLst>
          </p:cNvPr>
          <p:cNvGrpSpPr/>
          <p:nvPr/>
        </p:nvGrpSpPr>
        <p:grpSpPr>
          <a:xfrm>
            <a:off x="6147221" y="1163953"/>
            <a:ext cx="5913119" cy="2256837"/>
            <a:chOff x="6147221" y="1131560"/>
            <a:chExt cx="5913119" cy="2256837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9843DA68-37B0-4661-AB2B-CCC288197179}"/>
                </a:ext>
              </a:extLst>
            </p:cNvPr>
            <p:cNvSpPr/>
            <p:nvPr/>
          </p:nvSpPr>
          <p:spPr>
            <a:xfrm>
              <a:off x="6147221" y="1131560"/>
              <a:ext cx="5913119" cy="22568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2A04D1F-5188-43DC-9225-25533A31928C}"/>
                </a:ext>
              </a:extLst>
            </p:cNvPr>
            <p:cNvSpPr txBox="1"/>
            <p:nvPr/>
          </p:nvSpPr>
          <p:spPr>
            <a:xfrm>
              <a:off x="6256658" y="1249649"/>
              <a:ext cx="1240724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OUTPUT CLASSES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6028A50-F271-49A8-8FF0-F732FDD73BEB}"/>
                </a:ext>
              </a:extLst>
            </p:cNvPr>
            <p:cNvSpPr txBox="1"/>
            <p:nvPr/>
          </p:nvSpPr>
          <p:spPr>
            <a:xfrm>
              <a:off x="6256658" y="1482729"/>
              <a:ext cx="219572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건강 위험 등급 </a:t>
              </a:r>
              <a:r>
                <a:rPr kumimoji="1" lang="en-US" altLang="ko-KR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(4 Classes)</a:t>
              </a: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AF98A8C8-F15A-4108-B2AC-96DE5D244739}"/>
                </a:ext>
              </a:extLst>
            </p:cNvPr>
            <p:cNvSpPr/>
            <p:nvPr/>
          </p:nvSpPr>
          <p:spPr>
            <a:xfrm>
              <a:off x="6256658" y="2007917"/>
              <a:ext cx="1333287" cy="60293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A8784644-FE0B-40E0-9088-B1EE4C44EEB9}"/>
                </a:ext>
              </a:extLst>
            </p:cNvPr>
            <p:cNvSpPr/>
            <p:nvPr/>
          </p:nvSpPr>
          <p:spPr>
            <a:xfrm>
              <a:off x="7711525" y="2007917"/>
              <a:ext cx="1333287" cy="602939"/>
            </a:xfrm>
            <a:prstGeom prst="roundRect">
              <a:avLst>
                <a:gd name="adj" fmla="val 0"/>
              </a:avLst>
            </a:prstGeom>
            <a:solidFill>
              <a:srgbClr val="F5F5F5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1003CF34-6815-499D-A19D-A12464E63A2C}"/>
                </a:ext>
              </a:extLst>
            </p:cNvPr>
            <p:cNvSpPr/>
            <p:nvPr/>
          </p:nvSpPr>
          <p:spPr>
            <a:xfrm>
              <a:off x="9166392" y="2007917"/>
              <a:ext cx="1333287" cy="602939"/>
            </a:xfrm>
            <a:prstGeom prst="roundRect">
              <a:avLst>
                <a:gd name="adj" fmla="val 0"/>
              </a:avLst>
            </a:prstGeom>
            <a:solidFill>
              <a:srgbClr val="E0E0E0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EC4FCF6E-5CB8-478A-BE48-13F580EEA98F}"/>
                </a:ext>
              </a:extLst>
            </p:cNvPr>
            <p:cNvSpPr/>
            <p:nvPr/>
          </p:nvSpPr>
          <p:spPr>
            <a:xfrm>
              <a:off x="10621258" y="2007917"/>
              <a:ext cx="1333287" cy="602939"/>
            </a:xfrm>
            <a:prstGeom prst="roundRect">
              <a:avLst>
                <a:gd name="adj" fmla="val 0"/>
              </a:avLst>
            </a:prstGeom>
            <a:solidFill>
              <a:srgbClr val="333333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193CE6A-5926-4741-872F-6AC12E930825}"/>
                </a:ext>
              </a:extLst>
            </p:cNvPr>
            <p:cNvSpPr txBox="1"/>
            <p:nvPr/>
          </p:nvSpPr>
          <p:spPr>
            <a:xfrm>
              <a:off x="6356474" y="2047001"/>
              <a:ext cx="1110615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안전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en-US" altLang="ko-KR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Safe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E20CDA7-EEE0-4928-B396-94B9AEFE5569}"/>
                </a:ext>
              </a:extLst>
            </p:cNvPr>
            <p:cNvSpPr txBox="1"/>
            <p:nvPr/>
          </p:nvSpPr>
          <p:spPr>
            <a:xfrm>
              <a:off x="7822860" y="2047001"/>
              <a:ext cx="1110615" cy="50129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보통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Moderate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878FD9-A46B-48C2-B234-BA662B5894D8}"/>
                </a:ext>
              </a:extLst>
            </p:cNvPr>
            <p:cNvSpPr txBox="1"/>
            <p:nvPr/>
          </p:nvSpPr>
          <p:spPr>
            <a:xfrm>
              <a:off x="9266207" y="2047001"/>
              <a:ext cx="1110615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민감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en-US" altLang="ko-KR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Sensitive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59FD4-A0A8-4736-969A-F3A8B79CAC08}"/>
                </a:ext>
              </a:extLst>
            </p:cNvPr>
            <p:cNvSpPr txBox="1"/>
            <p:nvPr/>
          </p:nvSpPr>
          <p:spPr>
            <a:xfrm>
              <a:off x="10732593" y="2047001"/>
              <a:ext cx="1110615" cy="52168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/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고위험</a:t>
              </a:r>
              <a:endParaRPr kumimoji="1" lang="en-US" altLang="ko-KR" sz="12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1"/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endParaRPr>
            </a:p>
            <a:p>
              <a:pPr algn="ctr" latinLnBrk="0">
                <a:lnSpc>
                  <a:spcPct val="150000"/>
                </a:lnSpc>
              </a:pPr>
              <a:r>
                <a:rPr kumimoji="1" lang="en-US" altLang="ko-KR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9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High Risk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2">
                    <a:lumMod val="9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2473D9F-F478-4B84-A769-952B16DF1CBA}"/>
                </a:ext>
              </a:extLst>
            </p:cNvPr>
            <p:cNvSpPr txBox="1"/>
            <p:nvPr/>
          </p:nvSpPr>
          <p:spPr>
            <a:xfrm>
              <a:off x="9372002" y="3006134"/>
              <a:ext cx="2688338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atinLnBrk="0"/>
              <a:r>
                <a:rPr kumimoji="1" lang="en-US" altLang="ko-KR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* </a:t>
              </a:r>
              <a:r>
                <a:rPr kumimoji="1" lang="ko-KR" altLang="en-US" sz="1200" b="1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2">
                      <a:lumMod val="50000"/>
                    </a:schemeClr>
                  </a:solidFill>
                  <a:latin typeface="a시월구일1" panose="02020600000000000000" pitchFamily="18" charset="-127"/>
                  <a:ea typeface="a시월구일1" panose="02020600000000000000" pitchFamily="18" charset="-127"/>
                  <a:cs typeface="Pretendard" panose="02000503000000020004" pitchFamily="2" charset="-127"/>
                </a:rPr>
                <a:t>환자 발생률 기준으로 위험 등급 산정</a:t>
              </a:r>
              <a:endParaRPr kumimoji="1" lang="en-US" altLang="ko-KR" sz="1100" b="1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bg2">
                    <a:lumMod val="50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72" name="그림 71">
            <a:extLst>
              <a:ext uri="{FF2B5EF4-FFF2-40B4-BE49-F238E27FC236}">
                <a16:creationId xmlns:a16="http://schemas.microsoft.com/office/drawing/2014/main" id="{CF885F63-837F-4EA4-8ADE-65DE6F955CEF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71069" y="3429000"/>
            <a:ext cx="344519" cy="344519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4BC95265-AD3E-8F5B-A826-E2BE4DC08A91}"/>
              </a:ext>
            </a:extLst>
          </p:cNvPr>
          <p:cNvGrpSpPr/>
          <p:nvPr/>
        </p:nvGrpSpPr>
        <p:grpSpPr>
          <a:xfrm>
            <a:off x="6132513" y="3783675"/>
            <a:ext cx="5913119" cy="2256837"/>
            <a:chOff x="6195060" y="3634029"/>
            <a:chExt cx="5913119" cy="2256837"/>
          </a:xfrm>
        </p:grpSpPr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28E5CE96-8858-4C52-8435-5DC09847C5A4}"/>
                </a:ext>
              </a:extLst>
            </p:cNvPr>
            <p:cNvSpPr/>
            <p:nvPr/>
          </p:nvSpPr>
          <p:spPr>
            <a:xfrm>
              <a:off x="6195060" y="3634029"/>
              <a:ext cx="5913119" cy="22568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3C6CA1E-C2BE-44A9-9A62-F4165357E3D0}"/>
                </a:ext>
              </a:extLst>
            </p:cNvPr>
            <p:cNvSpPr txBox="1"/>
            <p:nvPr/>
          </p:nvSpPr>
          <p:spPr>
            <a:xfrm>
              <a:off x="6304497" y="3756192"/>
              <a:ext cx="1567737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EVALUATION METRICS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4398574-4AA5-4653-AFA7-6BEF12BB4D56}"/>
                </a:ext>
              </a:extLst>
            </p:cNvPr>
            <p:cNvSpPr txBox="1"/>
            <p:nvPr/>
          </p:nvSpPr>
          <p:spPr>
            <a:xfrm>
              <a:off x="6304497" y="3989272"/>
              <a:ext cx="1168590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kumimoji="1" lang="ko-KR" altLang="en-US" sz="14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rPr>
                <a:t>모델 평가 지표</a:t>
              </a:r>
              <a:endParaRPr kumimoji="1" lang="en-US" altLang="ko-KR" sz="14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3" panose="02020600000000000000" pitchFamily="18" charset="-127"/>
                <a:ea typeface="a시월구일3" panose="02020600000000000000" pitchFamily="18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5979B09E-6D50-9E17-57BC-F3B87DF6950A}"/>
                </a:ext>
              </a:extLst>
            </p:cNvPr>
            <p:cNvGrpSpPr/>
            <p:nvPr/>
          </p:nvGrpSpPr>
          <p:grpSpPr>
            <a:xfrm>
              <a:off x="6351176" y="4689764"/>
              <a:ext cx="1316579" cy="918587"/>
              <a:chOff x="6351176" y="4443256"/>
              <a:chExt cx="1316579" cy="918587"/>
            </a:xfrm>
          </p:grpSpPr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id="{2A4AA00E-8339-4F85-B1C7-589BEDC8CF4D}"/>
                  </a:ext>
                </a:extLst>
              </p:cNvPr>
              <p:cNvSpPr/>
              <p:nvPr/>
            </p:nvSpPr>
            <p:spPr>
              <a:xfrm>
                <a:off x="6351176" y="4443256"/>
                <a:ext cx="1316579" cy="91858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E8EE32CE-1CA7-D339-66F7-B5A34DFEC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83465" y="4553085"/>
                <a:ext cx="252000" cy="252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86E83F-3A96-21F7-BFAE-384843CD45B1}"/>
                  </a:ext>
                </a:extLst>
              </p:cNvPr>
              <p:cNvSpPr txBox="1"/>
              <p:nvPr/>
            </p:nvSpPr>
            <p:spPr>
              <a:xfrm>
                <a:off x="6680048" y="4859924"/>
                <a:ext cx="65883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en-US" altLang="ko-KR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Accuracy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5F6C246-34D1-EA88-3CC3-BE470D58CAC1}"/>
                  </a:ext>
                </a:extLst>
              </p:cNvPr>
              <p:cNvSpPr txBox="1"/>
              <p:nvPr/>
            </p:nvSpPr>
            <p:spPr>
              <a:xfrm>
                <a:off x="6799472" y="5084040"/>
                <a:ext cx="41998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ko-KR" altLang="en-US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정확도</a:t>
                </a:r>
                <a:endPara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80E0E4E-6240-ED53-C8A1-0F6ABA9A9300}"/>
                </a:ext>
              </a:extLst>
            </p:cNvPr>
            <p:cNvGrpSpPr/>
            <p:nvPr/>
          </p:nvGrpSpPr>
          <p:grpSpPr>
            <a:xfrm>
              <a:off x="7758940" y="4689764"/>
              <a:ext cx="1316579" cy="918587"/>
              <a:chOff x="7758940" y="4443256"/>
              <a:chExt cx="1316579" cy="918587"/>
            </a:xfrm>
          </p:grpSpPr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24473E06-90D8-4991-84D5-414C55D21676}"/>
                  </a:ext>
                </a:extLst>
              </p:cNvPr>
              <p:cNvSpPr/>
              <p:nvPr/>
            </p:nvSpPr>
            <p:spPr>
              <a:xfrm>
                <a:off x="7758940" y="4443256"/>
                <a:ext cx="1316579" cy="91858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D8283347-DEC1-659D-ED72-90CC966EF7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91229" y="4553085"/>
                <a:ext cx="252000" cy="25200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09A6343-3428-695C-6745-45F50C8D200D}"/>
                  </a:ext>
                </a:extLst>
              </p:cNvPr>
              <p:cNvSpPr txBox="1"/>
              <p:nvPr/>
            </p:nvSpPr>
            <p:spPr>
              <a:xfrm>
                <a:off x="8091820" y="4859924"/>
                <a:ext cx="65081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en-US" altLang="ko-KR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Precision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80DA469-C820-F19F-1D21-E2A796B893F1}"/>
                  </a:ext>
                </a:extLst>
              </p:cNvPr>
              <p:cNvSpPr txBox="1"/>
              <p:nvPr/>
            </p:nvSpPr>
            <p:spPr>
              <a:xfrm>
                <a:off x="8188000" y="5084040"/>
                <a:ext cx="45845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en-US" altLang="ko-KR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 </a:t>
                </a:r>
                <a:r>
                  <a:rPr kumimoji="1" lang="ko-KR" altLang="en-US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정밀도</a:t>
                </a:r>
                <a:endPara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716750A1-5037-6E8C-3094-2A7FA4A0B5D8}"/>
                </a:ext>
              </a:extLst>
            </p:cNvPr>
            <p:cNvGrpSpPr/>
            <p:nvPr/>
          </p:nvGrpSpPr>
          <p:grpSpPr>
            <a:xfrm>
              <a:off x="9166704" y="4689764"/>
              <a:ext cx="1316579" cy="918587"/>
              <a:chOff x="9166704" y="4443256"/>
              <a:chExt cx="1316579" cy="918587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C4453C60-DEAD-425F-9BAD-615EF48846F9}"/>
                  </a:ext>
                </a:extLst>
              </p:cNvPr>
              <p:cNvSpPr/>
              <p:nvPr/>
            </p:nvSpPr>
            <p:spPr>
              <a:xfrm>
                <a:off x="9166704" y="4443256"/>
                <a:ext cx="1316579" cy="91858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7AD22635-B441-76CE-C5E3-3F6988C56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98993" y="4553085"/>
                <a:ext cx="252000" cy="252000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A46D3D-1189-9817-0384-6651B8B9BB06}"/>
                  </a:ext>
                </a:extLst>
              </p:cNvPr>
              <p:cNvSpPr txBox="1"/>
              <p:nvPr/>
            </p:nvSpPr>
            <p:spPr>
              <a:xfrm>
                <a:off x="9611794" y="4859924"/>
                <a:ext cx="42639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en-US" altLang="ko-KR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Recall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0E4430F-FB88-05AE-4D89-738E0E660299}"/>
                  </a:ext>
                </a:extLst>
              </p:cNvPr>
              <p:cNvSpPr txBox="1"/>
              <p:nvPr/>
            </p:nvSpPr>
            <p:spPr>
              <a:xfrm>
                <a:off x="9614198" y="5084040"/>
                <a:ext cx="4215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ko-KR" altLang="en-US" sz="1100" dirty="0" err="1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재현율</a:t>
                </a:r>
                <a:endPara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1601C30-0445-35EE-7C82-591A62886E0E}"/>
                </a:ext>
              </a:extLst>
            </p:cNvPr>
            <p:cNvGrpSpPr/>
            <p:nvPr/>
          </p:nvGrpSpPr>
          <p:grpSpPr>
            <a:xfrm>
              <a:off x="10574468" y="4689764"/>
              <a:ext cx="1316579" cy="918587"/>
              <a:chOff x="10574468" y="4443256"/>
              <a:chExt cx="1316579" cy="918587"/>
            </a:xfrm>
          </p:grpSpPr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360A3A34-68D8-4C9B-932A-918CC2B81EEF}"/>
                  </a:ext>
                </a:extLst>
              </p:cNvPr>
              <p:cNvSpPr/>
              <p:nvPr/>
            </p:nvSpPr>
            <p:spPr>
              <a:xfrm>
                <a:off x="10574468" y="4443256"/>
                <a:ext cx="1316579" cy="91858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347D9A1A-1DB7-CC6B-4268-8D77B5F242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06757" y="4553085"/>
                <a:ext cx="252000" cy="252000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FC89DBD-9413-FB0A-3EB4-47D14E010AA6}"/>
                  </a:ext>
                </a:extLst>
              </p:cNvPr>
              <p:cNvSpPr txBox="1"/>
              <p:nvPr/>
            </p:nvSpPr>
            <p:spPr>
              <a:xfrm>
                <a:off x="10920973" y="4859924"/>
                <a:ext cx="623569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en-US" altLang="ko-KR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F1-Score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7A99612-7F75-641D-203E-B47E2D5A96EF}"/>
                  </a:ext>
                </a:extLst>
              </p:cNvPr>
              <p:cNvSpPr txBox="1"/>
              <p:nvPr/>
            </p:nvSpPr>
            <p:spPr>
              <a:xfrm>
                <a:off x="10953835" y="5084040"/>
                <a:ext cx="557845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r>
                  <a:rPr kumimoji="1" lang="ko-KR" altLang="en-US" sz="1100" dirty="0">
                    <a:ln w="12700">
                      <a:solidFill>
                        <a:schemeClr val="tx1">
                          <a:alpha val="500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시월구일3" panose="02020600000000000000" pitchFamily="18" charset="-127"/>
                    <a:ea typeface="a시월구일3" panose="02020600000000000000" pitchFamily="18" charset="-127"/>
                    <a:cs typeface="Pretendard" panose="02000503000000020004" pitchFamily="2" charset="-127"/>
                  </a:rPr>
                  <a:t>조화평균</a:t>
                </a:r>
                <a:endParaRPr kumimoji="1" lang="en-US" altLang="ko-KR" sz="1100" dirty="0">
                  <a:ln w="12700">
                    <a:solidFill>
                      <a:schemeClr val="tx1">
                        <a:alpha val="500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a시월구일3" panose="02020600000000000000" pitchFamily="18" charset="-127"/>
                  <a:ea typeface="a시월구일3" panose="02020600000000000000" pitchFamily="18" charset="-127"/>
                  <a:cs typeface="Pretendard" panose="02000503000000020004" pitchFamily="2" charset="-127"/>
                </a:endParaRPr>
              </a:p>
            </p:txBody>
          </p:sp>
        </p:grp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9E49A15-B6B9-F559-CC12-129021FD8C77}"/>
              </a:ext>
            </a:extLst>
          </p:cNvPr>
          <p:cNvSpPr txBox="1"/>
          <p:nvPr/>
        </p:nvSpPr>
        <p:spPr>
          <a:xfrm>
            <a:off x="6256658" y="4455259"/>
            <a:ext cx="5683578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atinLnBrk="0"/>
            <a:r>
              <a:rPr kumimoji="1" lang="ko-KR" altLang="en-US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분류 모델의 성능을 평가하기 위해 </a:t>
            </a:r>
            <a:r>
              <a:rPr kumimoji="1" lang="en-US" altLang="ko-KR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Accuracy, Precision, Recall, F1-Score </a:t>
            </a:r>
            <a:r>
              <a:rPr kumimoji="1" lang="ko-KR" altLang="en-US" sz="1100" dirty="0">
                <a:ln w="12700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시월구일1" panose="02020600000000000000" pitchFamily="18" charset="-127"/>
                <a:ea typeface="a시월구일1" panose="02020600000000000000" pitchFamily="18" charset="-127"/>
                <a:cs typeface="Pretendard" panose="02000503000000020004" pitchFamily="2" charset="-127"/>
              </a:rPr>
              <a:t>지표를 사용</a:t>
            </a:r>
            <a:endParaRPr kumimoji="1" lang="en-US" altLang="ko-KR" sz="1100" dirty="0">
              <a:ln w="12700">
                <a:solidFill>
                  <a:schemeClr val="tx1">
                    <a:alpha val="500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시월구일1" panose="02020600000000000000" pitchFamily="18" charset="-127"/>
              <a:ea typeface="a시월구일1" panose="02020600000000000000" pitchFamily="18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502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601</Words>
  <Application>Microsoft Office PowerPoint</Application>
  <PresentationFormat>와이드스크린</PresentationFormat>
  <Paragraphs>165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a시월구일1</vt:lpstr>
      <vt:lpstr>a시월구일2</vt:lpstr>
      <vt:lpstr>a시월구일3</vt:lpstr>
      <vt:lpstr>a시월구일4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성욱 진</dc:creator>
  <cp:lastModifiedBy>성욱 진</cp:lastModifiedBy>
  <cp:revision>32</cp:revision>
  <dcterms:created xsi:type="dcterms:W3CDTF">2026-03-15T03:06:37Z</dcterms:created>
  <dcterms:modified xsi:type="dcterms:W3CDTF">2026-03-16T00:31:13Z</dcterms:modified>
</cp:coreProperties>
</file>