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41" d="100"/>
          <a:sy n="41" d="100"/>
        </p:scale>
        <p:origin x="381" y="257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modSld">
      <pc:chgData name="성욱 진" userId="f47a80d7871cb125" providerId="LiveId" clId="{FDCBA572-350E-4C39-BF59-3626AC33FF79}" dt="2026-03-19T05:45:37.039" v="0" actId="729"/>
      <pc:docMkLst>
        <pc:docMk/>
      </pc:docMkLst>
      <pc:sldChg chg="mod modShow">
        <pc:chgData name="성욱 진" userId="f47a80d7871cb125" providerId="LiveId" clId="{FDCBA572-350E-4C39-BF59-3626AC33FF79}" dt="2026-03-19T05:45:37.039" v="0" actId="729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A4FB8F-BACC-4713-87B3-DED36C01DB8F}"/>
              </a:ext>
            </a:extLst>
          </p:cNvPr>
          <p:cNvCxnSpPr>
            <a:cxnSpLocks/>
          </p:cNvCxnSpPr>
          <p:nvPr/>
        </p:nvCxnSpPr>
        <p:spPr>
          <a:xfrm>
            <a:off x="906185" y="854306"/>
            <a:ext cx="567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3" y="3369341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763554" y="483429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4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4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</p:spTree>
    <p:extLst>
      <p:ext uri="{BB962C8B-B14F-4D97-AF65-F5344CB8AC3E}">
        <p14:creationId xmlns:p14="http://schemas.microsoft.com/office/powerpoint/2010/main" val="68701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82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결함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6479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16749" y="379988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73155E1-F75B-214C-C215-ABFD571A48C7}"/>
              </a:ext>
            </a:extLst>
          </p:cNvPr>
          <p:cNvGrpSpPr/>
          <p:nvPr/>
        </p:nvGrpSpPr>
        <p:grpSpPr>
          <a:xfrm>
            <a:off x="665666" y="1201724"/>
            <a:ext cx="8876919" cy="1396375"/>
            <a:chOff x="665666" y="1201724"/>
            <a:chExt cx="8876919" cy="13963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4065A8B-CC79-C0CA-3E90-0F624C509FC9}"/>
                </a:ext>
              </a:extLst>
            </p:cNvPr>
            <p:cNvSpPr/>
            <p:nvPr/>
          </p:nvSpPr>
          <p:spPr>
            <a:xfrm>
              <a:off x="1304072" y="1315299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91245F-ED1D-F4DE-6948-0B249C4DB286}"/>
                </a:ext>
              </a:extLst>
            </p:cNvPr>
            <p:cNvSpPr/>
            <p:nvPr/>
          </p:nvSpPr>
          <p:spPr>
            <a:xfrm>
              <a:off x="665666" y="120172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Data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5B6B3B3-5477-A4A3-188A-8F612C173EDA}"/>
              </a:ext>
            </a:extLst>
          </p:cNvPr>
          <p:cNvGrpSpPr/>
          <p:nvPr/>
        </p:nvGrpSpPr>
        <p:grpSpPr>
          <a:xfrm>
            <a:off x="2062042" y="2551201"/>
            <a:ext cx="8904298" cy="1396375"/>
            <a:chOff x="2062042" y="2671883"/>
            <a:chExt cx="8904298" cy="139637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2062042" y="2785458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EA0FCFF6-6ADF-83B8-2EBA-2F51F9E457C9}"/>
                </a:ext>
              </a:extLst>
            </p:cNvPr>
            <p:cNvSpPr/>
            <p:nvPr/>
          </p:nvSpPr>
          <p:spPr>
            <a:xfrm>
              <a:off x="9472340" y="2671883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</a:t>
              </a:r>
            </a:p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Model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373ABF3-31C5-71A3-5140-03C9E3AD6E2F}"/>
              </a:ext>
            </a:extLst>
          </p:cNvPr>
          <p:cNvGrpSpPr/>
          <p:nvPr/>
        </p:nvGrpSpPr>
        <p:grpSpPr>
          <a:xfrm>
            <a:off x="568715" y="3900678"/>
            <a:ext cx="8973870" cy="1396375"/>
            <a:chOff x="568715" y="4209095"/>
            <a:chExt cx="8973870" cy="139637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8554317-C382-D1F2-0F40-44CC0071AD24}"/>
                </a:ext>
              </a:extLst>
            </p:cNvPr>
            <p:cNvSpPr/>
            <p:nvPr/>
          </p:nvSpPr>
          <p:spPr>
            <a:xfrm>
              <a:off x="1304072" y="4322670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5BA7D0C-FD06-7D9B-0C8B-5FA3DC04F5C0}"/>
                </a:ext>
              </a:extLst>
            </p:cNvPr>
            <p:cNvSpPr/>
            <p:nvPr/>
          </p:nvSpPr>
          <p:spPr>
            <a:xfrm>
              <a:off x="568715" y="4209095"/>
              <a:ext cx="1493327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7226973-1CA5-49A7-7AA5-D91D4F9D44EA}"/>
              </a:ext>
            </a:extLst>
          </p:cNvPr>
          <p:cNvGrpSpPr/>
          <p:nvPr/>
        </p:nvGrpSpPr>
        <p:grpSpPr>
          <a:xfrm>
            <a:off x="2814461" y="5250156"/>
            <a:ext cx="8914310" cy="1396375"/>
            <a:chOff x="2814461" y="5679254"/>
            <a:chExt cx="8914310" cy="1396375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1B83E6-7BD0-5AC0-3A07-D35056DF0DD2}"/>
                </a:ext>
              </a:extLst>
            </p:cNvPr>
            <p:cNvSpPr/>
            <p:nvPr/>
          </p:nvSpPr>
          <p:spPr>
            <a:xfrm>
              <a:off x="2814461" y="5798779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D4A798E-7B28-D756-BB58-94B5B2D8DF7D}"/>
                </a:ext>
              </a:extLst>
            </p:cNvPr>
            <p:cNvSpPr/>
            <p:nvPr/>
          </p:nvSpPr>
          <p:spPr>
            <a:xfrm>
              <a:off x="10234771" y="567925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서비스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41FC2CE6-0C48-AA3D-4ACC-D73CC76E3FEB}"/>
              </a:ext>
            </a:extLst>
          </p:cNvPr>
          <p:cNvSpPr txBox="1"/>
          <p:nvPr/>
        </p:nvSpPr>
        <p:spPr>
          <a:xfrm>
            <a:off x="2297715" y="145217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환경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미세먼지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보건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진료 건수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인구 데이터를 통합하여  자치구별 분석 데이터셋 구축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24FB8-B737-D457-16C7-5E3F5EA31015}"/>
              </a:ext>
            </a:extLst>
          </p:cNvPr>
          <p:cNvSpPr txBox="1"/>
          <p:nvPr/>
        </p:nvSpPr>
        <p:spPr>
          <a:xfrm>
            <a:off x="2297715" y="2891915"/>
            <a:ext cx="7022131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군집화를 적용하여  자치구별 보건 취약 유형을 분류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SHAP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을 활용하여  유형 분류 결과에 대한 영향 요인 분석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80690-1BC0-75FB-D97C-DC20EAD83AB4}"/>
              </a:ext>
            </a:extLst>
          </p:cNvPr>
          <p:cNvSpPr txBox="1"/>
          <p:nvPr/>
        </p:nvSpPr>
        <p:spPr>
          <a:xfrm>
            <a:off x="2297715" y="4187903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자치구별 보건 취약 유형 및 위험도를  직관적으로 확인할 수 있는 시각화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지역별 상세 분석 및 원인 정보를  사용자가 쉽게 탐색할 수 있는 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UI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구성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2E3DE-9EFD-8C27-6FB7-FFA999B81E34}"/>
              </a:ext>
            </a:extLst>
          </p:cNvPr>
          <p:cNvSpPr txBox="1"/>
          <p:nvPr/>
        </p:nvSpPr>
        <p:spPr>
          <a:xfrm>
            <a:off x="2989902" y="559554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분석 결과를 기반으로  자치구별 보건 정책 의사결정을 지원하는 시스템 구현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 특성에 따른 맞춤형 정책 방향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2493079" y="601616"/>
            <a:ext cx="8238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자치구별 보건 취약 유형을 도출하고 정책 의사결정을 지원하는 시스템을 개발</a:t>
            </a:r>
          </a:p>
        </p:txBody>
      </p:sp>
    </p:spTree>
    <p:extLst>
      <p:ext uri="{BB962C8B-B14F-4D97-AF65-F5344CB8AC3E}">
        <p14:creationId xmlns:p14="http://schemas.microsoft.com/office/powerpoint/2010/main" val="3375138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202</Words>
  <Application>Microsoft Office PowerPoint</Application>
  <PresentationFormat>와이드스크린</PresentationFormat>
  <Paragraphs>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a시월구일1</vt:lpstr>
      <vt:lpstr>a시월구일3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37</cp:revision>
  <dcterms:created xsi:type="dcterms:W3CDTF">2026-03-15T03:06:37Z</dcterms:created>
  <dcterms:modified xsi:type="dcterms:W3CDTF">2026-03-19T05:54:34Z</dcterms:modified>
</cp:coreProperties>
</file>