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679" y="27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9CCD3A-AEFA-40D6-9A05-5E50EDBF10FF}"/>
              </a:ext>
            </a:extLst>
          </p:cNvPr>
          <p:cNvCxnSpPr>
            <a:cxnSpLocks/>
          </p:cNvCxnSpPr>
          <p:nvPr userDrawn="1"/>
        </p:nvCxnSpPr>
        <p:spPr>
          <a:xfrm>
            <a:off x="650471" y="0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38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4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5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8B65-F4CB-4775-966C-7872B5CE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2CF15-065A-4E86-98D6-6B4B8F53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6CBE9-B69B-4656-B712-F462D223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FE517-7134-4F0A-B4D4-C7270D80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DFE51-2A71-472E-8549-0DAC2880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029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BB7F5-13A7-459E-B2D6-A06A8482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A95DE-6D2D-418A-9521-FD35A4647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EA2360-CBAA-4A4C-AB96-6CAF7DAB6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3769A9-7C97-4F4A-AE99-4B069B07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B0818-745B-461D-AB35-3691F188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2600C-4A42-4BAD-AF29-D16E0F73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02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2B54E-9514-48BB-80C8-06CE73E0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E9F7CD-81AF-405C-9337-3B53A3EE2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892E1-A7B3-413C-9B04-FBA7DFC5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BAD67B-9ADD-43D5-BAFA-6CAF29CB6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0402B9-4588-46FF-808B-E3B2BFEA2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EEF440-0DF3-44BF-B0EC-2233B00F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7DF248-0F94-4C77-A8D0-65533173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A0661E-5051-4F8D-B67A-D105C68E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88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CAE28-A7F4-4602-882D-3F448BE1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FD5CD8-A9E6-472B-8A59-3655D75B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86C6FA-9644-4139-81E9-5D35BC33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F01F6B-F18C-4AD4-A26B-E57C261D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47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FD921-A994-42F0-A43B-0F74D11B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2D510B-92E5-4598-A4CE-E818491A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5D3E6D-BEAA-4A86-BDD3-0EBFEBAB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21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E319-B42B-4713-A473-FE70BB23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6CDA2-3ACF-4C5C-A16F-8ADE379F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C05C4-B73F-4E72-ADEE-D9190B48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1BF957-2981-4A07-BD29-E98CAE04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44B6C-A6BD-447E-A94F-3A31A44F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776DD-A3EB-4192-BD3D-AA515767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51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7E3E-658B-4B52-AC00-272F8256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AA7F5C-1BF2-463A-900A-E018ECCF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9A50FB-57FD-4543-9D76-5AB191E3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7D4DF-48CA-4319-91F1-5A493488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69EDA-9065-4702-981C-63016C3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23D31E-F3B1-4EEB-9795-1C2D0A08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569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C54A5-14B2-4291-A863-73823A1A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6842BE-4F5F-4B74-AF95-DA9ACDEC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7454E-8FE0-45E3-B2E3-C826A13F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E775C-597D-443B-854D-669B59A0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96C04-3DB6-480A-B5E6-FF8686C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486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53F94E-8567-4C33-9AB4-A6E8CCEE8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A2845A-22F8-41D6-BFCB-08804FB79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55E065-89AB-4DED-A937-D1E6107F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0EA28-3F79-4129-89BB-9B4F3481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F2A2C-DCBF-4E05-91E9-E92A2841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29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1C4B5-CA61-4910-B10C-1C098273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B36EE4-4BF2-40DD-8668-A75C525A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5CE2E-315A-4BAC-9725-6A067A289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B9479-A290-4A37-BE6F-BADF54221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30BC4E-1098-4A08-8E69-617DE6553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89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9B3092-D40F-4EF0-82DE-C82718BA3588}"/>
              </a:ext>
            </a:extLst>
          </p:cNvPr>
          <p:cNvSpPr txBox="1"/>
          <p:nvPr/>
        </p:nvSpPr>
        <p:spPr>
          <a:xfrm>
            <a:off x="516749" y="379988"/>
            <a:ext cx="1606209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개발 스케쥴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시월구일3" panose="02020600000000000000" pitchFamily="18" charset="-127"/>
              <a:ea typeface="a시월구일3" panose="02020600000000000000" pitchFamily="18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B843F1-3E59-066C-8BAD-83D7F303A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8" y="1157551"/>
            <a:ext cx="11814885" cy="49928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65025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a시월구일3</vt:lpstr>
      <vt:lpstr>맑은 고딕</vt:lpstr>
      <vt:lpstr>Arial</vt:lpstr>
      <vt:lpstr>1_Office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성욱 진</dc:creator>
  <cp:lastModifiedBy>성욱 진</cp:lastModifiedBy>
  <cp:revision>1</cp:revision>
  <dcterms:created xsi:type="dcterms:W3CDTF">2026-03-16T00:37:27Z</dcterms:created>
  <dcterms:modified xsi:type="dcterms:W3CDTF">2026-03-16T00:41:32Z</dcterms:modified>
</cp:coreProperties>
</file>