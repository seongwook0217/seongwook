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69" y="32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384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564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55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29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028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884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47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215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51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7569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486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5894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9B3092-D40F-4EF0-82DE-C82718BA3588}"/>
              </a:ext>
            </a:extLst>
          </p:cNvPr>
          <p:cNvSpPr txBox="1"/>
          <p:nvPr/>
        </p:nvSpPr>
        <p:spPr>
          <a:xfrm>
            <a:off x="516749" y="379988"/>
            <a:ext cx="1606209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시월구일3" panose="02020600000000000000" pitchFamily="18" charset="-127"/>
                <a:ea typeface="a시월구일3" panose="02020600000000000000" pitchFamily="18" charset="-127"/>
                <a:cs typeface="+mn-cs"/>
              </a:rPr>
              <a:t>개발 스케쥴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시월구일3" panose="02020600000000000000" pitchFamily="18" charset="-127"/>
              <a:ea typeface="a시월구일3" panose="02020600000000000000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FB50DD-D524-FEDD-4495-209DF6614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2" y="1102352"/>
            <a:ext cx="11855395" cy="506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0256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a시월구일3</vt:lpstr>
      <vt:lpstr>맑은 고딕</vt:lpstr>
      <vt:lpstr>Arial</vt:lpstr>
      <vt:lpstr>1_Office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성욱 진</dc:creator>
  <cp:lastModifiedBy>성욱 진</cp:lastModifiedBy>
  <cp:revision>2</cp:revision>
  <dcterms:created xsi:type="dcterms:W3CDTF">2026-03-16T00:37:27Z</dcterms:created>
  <dcterms:modified xsi:type="dcterms:W3CDTF">2026-03-19T07:25:46Z</dcterms:modified>
</cp:coreProperties>
</file>