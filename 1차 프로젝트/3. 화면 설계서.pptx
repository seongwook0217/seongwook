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63" r:id="rId3"/>
    <p:sldId id="264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0536EA-93F0-41D7-A4FC-6A6DEF3D7ECE}" v="162" dt="2026-03-16T03:59:06.0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-4035" y="-28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욱 진" userId="f47a80d7871cb125" providerId="LiveId" clId="{FDCBA572-350E-4C39-BF59-3626AC33FF79}"/>
    <pc:docChg chg="undo custSel addSld delSld modSld sldOrd">
      <pc:chgData name="성욱 진" userId="f47a80d7871cb125" providerId="LiveId" clId="{FDCBA572-350E-4C39-BF59-3626AC33FF79}" dt="2026-03-16T03:59:09.666" v="1883" actId="1076"/>
      <pc:docMkLst>
        <pc:docMk/>
      </pc:docMkLst>
      <pc:sldChg chg="addSp delSp modSp del mod">
        <pc:chgData name="성욱 진" userId="f47a80d7871cb125" providerId="LiveId" clId="{FDCBA572-350E-4C39-BF59-3626AC33FF79}" dt="2026-03-16T02:46:25.031" v="1063" actId="47"/>
        <pc:sldMkLst>
          <pc:docMk/>
          <pc:sldMk cId="516502562" sldId="262"/>
        </pc:sldMkLst>
        <pc:spChg chg="mod">
          <ac:chgData name="성욱 진" userId="f47a80d7871cb125" providerId="LiveId" clId="{FDCBA572-350E-4C39-BF59-3626AC33FF79}" dt="2026-03-16T01:19:40.771" v="60" actId="20577"/>
          <ac:spMkLst>
            <pc:docMk/>
            <pc:sldMk cId="516502562" sldId="262"/>
            <ac:spMk id="2" creationId="{A49B3092-D40F-4EF0-82DE-C82718BA3588}"/>
          </ac:spMkLst>
        </pc:spChg>
        <pc:spChg chg="add mod">
          <ac:chgData name="성욱 진" userId="f47a80d7871cb125" providerId="LiveId" clId="{FDCBA572-350E-4C39-BF59-3626AC33FF79}" dt="2026-03-16T01:28:55.441" v="140" actId="1076"/>
          <ac:spMkLst>
            <pc:docMk/>
            <pc:sldMk cId="516502562" sldId="262"/>
            <ac:spMk id="6" creationId="{3837ECBC-0EB1-DAF1-1476-0609CA6DBC4A}"/>
          </ac:spMkLst>
        </pc:spChg>
        <pc:spChg chg="add mod">
          <ac:chgData name="성욱 진" userId="f47a80d7871cb125" providerId="LiveId" clId="{FDCBA572-350E-4C39-BF59-3626AC33FF79}" dt="2026-03-16T01:28:27.113" v="129" actId="1076"/>
          <ac:spMkLst>
            <pc:docMk/>
            <pc:sldMk cId="516502562" sldId="262"/>
            <ac:spMk id="7" creationId="{DD819FB1-F974-045A-D2FF-7F10A8C1B3DF}"/>
          </ac:spMkLst>
        </pc:spChg>
        <pc:spChg chg="add mod">
          <ac:chgData name="성욱 진" userId="f47a80d7871cb125" providerId="LiveId" clId="{FDCBA572-350E-4C39-BF59-3626AC33FF79}" dt="2026-03-16T01:28:33.466" v="132" actId="1076"/>
          <ac:spMkLst>
            <pc:docMk/>
            <pc:sldMk cId="516502562" sldId="262"/>
            <ac:spMk id="8" creationId="{FD69FB25-C628-F881-D12F-86D1D5D01C25}"/>
          </ac:spMkLst>
        </pc:spChg>
        <pc:spChg chg="add mod">
          <ac:chgData name="성욱 진" userId="f47a80d7871cb125" providerId="LiveId" clId="{FDCBA572-350E-4C39-BF59-3626AC33FF79}" dt="2026-03-16T01:27:41.401" v="118" actId="571"/>
          <ac:spMkLst>
            <pc:docMk/>
            <pc:sldMk cId="516502562" sldId="262"/>
            <ac:spMk id="9" creationId="{D2828115-695D-3330-6AA5-96FD672E2196}"/>
          </ac:spMkLst>
        </pc:spChg>
        <pc:spChg chg="add mod">
          <ac:chgData name="성욱 진" userId="f47a80d7871cb125" providerId="LiveId" clId="{FDCBA572-350E-4C39-BF59-3626AC33FF79}" dt="2026-03-16T01:27:41.401" v="118" actId="571"/>
          <ac:spMkLst>
            <pc:docMk/>
            <pc:sldMk cId="516502562" sldId="262"/>
            <ac:spMk id="10" creationId="{9542D1B2-6E24-DA12-5F64-3EA8285A72E5}"/>
          </ac:spMkLst>
        </pc:spChg>
        <pc:spChg chg="add mod">
          <ac:chgData name="성욱 진" userId="f47a80d7871cb125" providerId="LiveId" clId="{FDCBA572-350E-4C39-BF59-3626AC33FF79}" dt="2026-03-16T01:27:43.634" v="120" actId="571"/>
          <ac:spMkLst>
            <pc:docMk/>
            <pc:sldMk cId="516502562" sldId="262"/>
            <ac:spMk id="11" creationId="{4E36DDD1-55C8-8960-67F2-AA84F1AE6309}"/>
          </ac:spMkLst>
        </pc:spChg>
        <pc:spChg chg="add mod">
          <ac:chgData name="성욱 진" userId="f47a80d7871cb125" providerId="LiveId" clId="{FDCBA572-350E-4C39-BF59-3626AC33FF79}" dt="2026-03-16T01:27:43.634" v="120" actId="571"/>
          <ac:spMkLst>
            <pc:docMk/>
            <pc:sldMk cId="516502562" sldId="262"/>
            <ac:spMk id="12" creationId="{991462DE-01B2-DEDC-1325-B814AFCF80B9}"/>
          </ac:spMkLst>
        </pc:spChg>
        <pc:spChg chg="add mod">
          <ac:chgData name="성욱 진" userId="f47a80d7871cb125" providerId="LiveId" clId="{FDCBA572-350E-4C39-BF59-3626AC33FF79}" dt="2026-03-16T01:31:36.816" v="260" actId="408"/>
          <ac:spMkLst>
            <pc:docMk/>
            <pc:sldMk cId="516502562" sldId="262"/>
            <ac:spMk id="13" creationId="{DE1FA68F-BC41-F401-39E8-72EC53CFFA71}"/>
          </ac:spMkLst>
        </pc:spChg>
        <pc:spChg chg="add mod">
          <ac:chgData name="성욱 진" userId="f47a80d7871cb125" providerId="LiveId" clId="{FDCBA572-350E-4C39-BF59-3626AC33FF79}" dt="2026-03-16T01:31:36.816" v="260" actId="408"/>
          <ac:spMkLst>
            <pc:docMk/>
            <pc:sldMk cId="516502562" sldId="262"/>
            <ac:spMk id="14" creationId="{4CB82786-C8D3-9280-AFA9-397F3F13FFFC}"/>
          </ac:spMkLst>
        </pc:spChg>
        <pc:spChg chg="add mod">
          <ac:chgData name="성욱 진" userId="f47a80d7871cb125" providerId="LiveId" clId="{FDCBA572-350E-4C39-BF59-3626AC33FF79}" dt="2026-03-16T01:31:36.816" v="260" actId="408"/>
          <ac:spMkLst>
            <pc:docMk/>
            <pc:sldMk cId="516502562" sldId="262"/>
            <ac:spMk id="15" creationId="{5A71BB0A-0A66-7C6D-3B19-C18247EB4C5F}"/>
          </ac:spMkLst>
        </pc:spChg>
        <pc:spChg chg="add mod">
          <ac:chgData name="성욱 진" userId="f47a80d7871cb125" providerId="LiveId" clId="{FDCBA572-350E-4C39-BF59-3626AC33FF79}" dt="2026-03-16T01:31:36.816" v="260" actId="408"/>
          <ac:spMkLst>
            <pc:docMk/>
            <pc:sldMk cId="516502562" sldId="262"/>
            <ac:spMk id="16" creationId="{D1CD2996-C25B-7F4A-B0E3-53242A339F29}"/>
          </ac:spMkLst>
        </pc:spChg>
        <pc:spChg chg="add mod">
          <ac:chgData name="성욱 진" userId="f47a80d7871cb125" providerId="LiveId" clId="{FDCBA572-350E-4C39-BF59-3626AC33FF79}" dt="2026-03-16T01:31:36.816" v="260" actId="408"/>
          <ac:spMkLst>
            <pc:docMk/>
            <pc:sldMk cId="516502562" sldId="262"/>
            <ac:spMk id="17" creationId="{FE110CD1-13C2-19D2-DED2-D91CE559D85C}"/>
          </ac:spMkLst>
        </pc:spChg>
        <pc:spChg chg="add mod">
          <ac:chgData name="성욱 진" userId="f47a80d7871cb125" providerId="LiveId" clId="{FDCBA572-350E-4C39-BF59-3626AC33FF79}" dt="2026-03-16T01:31:30.826" v="259" actId="20577"/>
          <ac:spMkLst>
            <pc:docMk/>
            <pc:sldMk cId="516502562" sldId="262"/>
            <ac:spMk id="18" creationId="{028533DA-A5F7-FD00-B0EE-17D02D66448A}"/>
          </ac:spMkLst>
        </pc:spChg>
        <pc:spChg chg="add mod">
          <ac:chgData name="성욱 진" userId="f47a80d7871cb125" providerId="LiveId" clId="{FDCBA572-350E-4C39-BF59-3626AC33FF79}" dt="2026-03-16T01:30:13.591" v="197"/>
          <ac:spMkLst>
            <pc:docMk/>
            <pc:sldMk cId="516502562" sldId="262"/>
            <ac:spMk id="19" creationId="{E78D9D83-5261-82EE-CAD8-C8EF1273F005}"/>
          </ac:spMkLst>
        </pc:spChg>
        <pc:spChg chg="add mod">
          <ac:chgData name="성욱 진" userId="f47a80d7871cb125" providerId="LiveId" clId="{FDCBA572-350E-4C39-BF59-3626AC33FF79}" dt="2026-03-16T01:30:17.553" v="207" actId="20577"/>
          <ac:spMkLst>
            <pc:docMk/>
            <pc:sldMk cId="516502562" sldId="262"/>
            <ac:spMk id="20" creationId="{B958A22B-9F13-60EB-AF0F-0D34FE13DA6B}"/>
          </ac:spMkLst>
        </pc:spChg>
        <pc:spChg chg="add mod">
          <ac:chgData name="성욱 진" userId="f47a80d7871cb125" providerId="LiveId" clId="{FDCBA572-350E-4C39-BF59-3626AC33FF79}" dt="2026-03-16T02:25:29.249" v="735" actId="1076"/>
          <ac:spMkLst>
            <pc:docMk/>
            <pc:sldMk cId="516502562" sldId="262"/>
            <ac:spMk id="23" creationId="{6E7CC53D-C2BB-E1B3-C024-D71006695984}"/>
          </ac:spMkLst>
        </pc:spChg>
        <pc:spChg chg="add mod topLvl">
          <ac:chgData name="성욱 진" userId="f47a80d7871cb125" providerId="LiveId" clId="{FDCBA572-350E-4C39-BF59-3626AC33FF79}" dt="2026-03-16T02:07:55.472" v="481" actId="165"/>
          <ac:spMkLst>
            <pc:docMk/>
            <pc:sldMk cId="516502562" sldId="262"/>
            <ac:spMk id="24" creationId="{BB5379E6-E89B-9F3C-3B09-710E76BF8590}"/>
          </ac:spMkLst>
        </pc:spChg>
        <pc:spChg chg="add del mod">
          <ac:chgData name="성욱 진" userId="f47a80d7871cb125" providerId="LiveId" clId="{FDCBA572-350E-4C39-BF59-3626AC33FF79}" dt="2026-03-16T02:08:08.496" v="487" actId="478"/>
          <ac:spMkLst>
            <pc:docMk/>
            <pc:sldMk cId="516502562" sldId="262"/>
            <ac:spMk id="25" creationId="{5978539F-0A39-352B-499B-FCBDCA68DC68}"/>
          </ac:spMkLst>
        </pc:spChg>
        <pc:spChg chg="add del mod">
          <ac:chgData name="성욱 진" userId="f47a80d7871cb125" providerId="LiveId" clId="{FDCBA572-350E-4C39-BF59-3626AC33FF79}" dt="2026-03-16T02:08:09.751" v="488" actId="478"/>
          <ac:spMkLst>
            <pc:docMk/>
            <pc:sldMk cId="516502562" sldId="262"/>
            <ac:spMk id="26" creationId="{2024BF31-29A5-9D43-E88A-1E5B33B30AA5}"/>
          </ac:spMkLst>
        </pc:spChg>
        <pc:spChg chg="add del mod">
          <ac:chgData name="성욱 진" userId="f47a80d7871cb125" providerId="LiveId" clId="{FDCBA572-350E-4C39-BF59-3626AC33FF79}" dt="2026-03-16T02:08:11.367" v="490" actId="478"/>
          <ac:spMkLst>
            <pc:docMk/>
            <pc:sldMk cId="516502562" sldId="262"/>
            <ac:spMk id="27" creationId="{282CC197-69ED-9BA0-C2C5-061BBF49151E}"/>
          </ac:spMkLst>
        </pc:spChg>
        <pc:spChg chg="add del mod">
          <ac:chgData name="성욱 진" userId="f47a80d7871cb125" providerId="LiveId" clId="{FDCBA572-350E-4C39-BF59-3626AC33FF79}" dt="2026-03-16T02:08:12.692" v="491" actId="478"/>
          <ac:spMkLst>
            <pc:docMk/>
            <pc:sldMk cId="516502562" sldId="262"/>
            <ac:spMk id="28" creationId="{898FED75-C7E9-9586-ECAC-0971EFF4C9F3}"/>
          </ac:spMkLst>
        </pc:spChg>
        <pc:spChg chg="add del mod">
          <ac:chgData name="성욱 진" userId="f47a80d7871cb125" providerId="LiveId" clId="{FDCBA572-350E-4C39-BF59-3626AC33FF79}" dt="2026-03-16T02:08:13.563" v="492" actId="478"/>
          <ac:spMkLst>
            <pc:docMk/>
            <pc:sldMk cId="516502562" sldId="262"/>
            <ac:spMk id="29" creationId="{438A6D8B-FA61-5545-8E56-F560151B106E}"/>
          </ac:spMkLst>
        </pc:spChg>
        <pc:spChg chg="add del mod">
          <ac:chgData name="성욱 진" userId="f47a80d7871cb125" providerId="LiveId" clId="{FDCBA572-350E-4C39-BF59-3626AC33FF79}" dt="2026-03-16T02:08:14.612" v="493" actId="478"/>
          <ac:spMkLst>
            <pc:docMk/>
            <pc:sldMk cId="516502562" sldId="262"/>
            <ac:spMk id="30" creationId="{5A32F2F5-B579-D6F6-F498-ADF62A927247}"/>
          </ac:spMkLst>
        </pc:spChg>
        <pc:spChg chg="add del mod">
          <ac:chgData name="성욱 진" userId="f47a80d7871cb125" providerId="LiveId" clId="{FDCBA572-350E-4C39-BF59-3626AC33FF79}" dt="2026-03-16T02:10:12.914" v="688" actId="478"/>
          <ac:spMkLst>
            <pc:docMk/>
            <pc:sldMk cId="516502562" sldId="262"/>
            <ac:spMk id="31" creationId="{C98010D1-F525-1461-746A-59853AC6C24D}"/>
          </ac:spMkLst>
        </pc:spChg>
        <pc:spChg chg="add mod topLvl">
          <ac:chgData name="성욱 진" userId="f47a80d7871cb125" providerId="LiveId" clId="{FDCBA572-350E-4C39-BF59-3626AC33FF79}" dt="2026-03-16T02:09:54.244" v="681" actId="1076"/>
          <ac:spMkLst>
            <pc:docMk/>
            <pc:sldMk cId="516502562" sldId="262"/>
            <ac:spMk id="32" creationId="{3BBEC97E-A995-DC89-FA82-88265F1F5C23}"/>
          </ac:spMkLst>
        </pc:spChg>
        <pc:spChg chg="add mod">
          <ac:chgData name="성욱 진" userId="f47a80d7871cb125" providerId="LiveId" clId="{FDCBA572-350E-4C39-BF59-3626AC33FF79}" dt="2026-03-16T02:07:55.472" v="481" actId="165"/>
          <ac:spMkLst>
            <pc:docMk/>
            <pc:sldMk cId="516502562" sldId="262"/>
            <ac:spMk id="33" creationId="{FC2DD252-914E-723F-66E6-F0E6147DB7FE}"/>
          </ac:spMkLst>
        </pc:spChg>
        <pc:spChg chg="add del mod topLvl">
          <ac:chgData name="성욱 진" userId="f47a80d7871cb125" providerId="LiveId" clId="{FDCBA572-350E-4C39-BF59-3626AC33FF79}" dt="2026-03-16T01:49:14.386" v="363" actId="478"/>
          <ac:spMkLst>
            <pc:docMk/>
            <pc:sldMk cId="516502562" sldId="262"/>
            <ac:spMk id="36" creationId="{1B97DC08-D40B-2516-3EB4-A70203872F3B}"/>
          </ac:spMkLst>
        </pc:spChg>
        <pc:spChg chg="add mod topLvl">
          <ac:chgData name="성욱 진" userId="f47a80d7871cb125" providerId="LiveId" clId="{FDCBA572-350E-4C39-BF59-3626AC33FF79}" dt="2026-03-16T02:09:57.200" v="682" actId="1076"/>
          <ac:spMkLst>
            <pc:docMk/>
            <pc:sldMk cId="516502562" sldId="262"/>
            <ac:spMk id="40" creationId="{E8135944-539E-3914-C00A-AA6CA9273BB8}"/>
          </ac:spMkLst>
        </pc:spChg>
        <pc:spChg chg="mod topLvl">
          <ac:chgData name="성욱 진" userId="f47a80d7871cb125" providerId="LiveId" clId="{FDCBA572-350E-4C39-BF59-3626AC33FF79}" dt="2026-03-16T01:50:55.950" v="407" actId="164"/>
          <ac:spMkLst>
            <pc:docMk/>
            <pc:sldMk cId="516502562" sldId="262"/>
            <ac:spMk id="42" creationId="{85D695FB-2E84-2DAC-9111-5BA6D2920E90}"/>
          </ac:spMkLst>
        </pc:spChg>
        <pc:spChg chg="add mod">
          <ac:chgData name="성욱 진" userId="f47a80d7871cb125" providerId="LiveId" clId="{FDCBA572-350E-4C39-BF59-3626AC33FF79}" dt="2026-03-16T02:07:55.472" v="481" actId="165"/>
          <ac:spMkLst>
            <pc:docMk/>
            <pc:sldMk cId="516502562" sldId="262"/>
            <ac:spMk id="44" creationId="{89A15228-1522-4BFB-8CC7-1911F3874B27}"/>
          </ac:spMkLst>
        </pc:spChg>
        <pc:spChg chg="add mod">
          <ac:chgData name="성욱 진" userId="f47a80d7871cb125" providerId="LiveId" clId="{FDCBA572-350E-4C39-BF59-3626AC33FF79}" dt="2026-03-16T02:07:55.472" v="481" actId="165"/>
          <ac:spMkLst>
            <pc:docMk/>
            <pc:sldMk cId="516502562" sldId="262"/>
            <ac:spMk id="45" creationId="{882DD343-CD98-8E90-9308-56C25006CE47}"/>
          </ac:spMkLst>
        </pc:spChg>
        <pc:spChg chg="add mod ord">
          <ac:chgData name="성욱 진" userId="f47a80d7871cb125" providerId="LiveId" clId="{FDCBA572-350E-4C39-BF59-3626AC33FF79}" dt="2026-03-16T02:07:55.472" v="481" actId="165"/>
          <ac:spMkLst>
            <pc:docMk/>
            <pc:sldMk cId="516502562" sldId="262"/>
            <ac:spMk id="49" creationId="{AC6A0107-B2C4-A4FC-74E6-33FD06A99BF1}"/>
          </ac:spMkLst>
        </pc:spChg>
        <pc:spChg chg="add mod">
          <ac:chgData name="성욱 진" userId="f47a80d7871cb125" providerId="LiveId" clId="{FDCBA572-350E-4C39-BF59-3626AC33FF79}" dt="2026-03-16T02:07:55.472" v="481" actId="165"/>
          <ac:spMkLst>
            <pc:docMk/>
            <pc:sldMk cId="516502562" sldId="262"/>
            <ac:spMk id="50" creationId="{3DD3393C-25FF-FE91-1245-67E668F55F9E}"/>
          </ac:spMkLst>
        </pc:spChg>
        <pc:spChg chg="add mod ord">
          <ac:chgData name="성욱 진" userId="f47a80d7871cb125" providerId="LiveId" clId="{FDCBA572-350E-4C39-BF59-3626AC33FF79}" dt="2026-03-16T02:07:55.472" v="481" actId="165"/>
          <ac:spMkLst>
            <pc:docMk/>
            <pc:sldMk cId="516502562" sldId="262"/>
            <ac:spMk id="51" creationId="{1823AA61-2445-B8E4-5DBB-2AFAB566C819}"/>
          </ac:spMkLst>
        </pc:spChg>
        <pc:spChg chg="add mod">
          <ac:chgData name="성욱 진" userId="f47a80d7871cb125" providerId="LiveId" clId="{FDCBA572-350E-4C39-BF59-3626AC33FF79}" dt="2026-03-16T02:07:55.472" v="481" actId="165"/>
          <ac:spMkLst>
            <pc:docMk/>
            <pc:sldMk cId="516502562" sldId="262"/>
            <ac:spMk id="52" creationId="{B42500DA-C071-2528-4D6F-68379676A15F}"/>
          </ac:spMkLst>
        </pc:spChg>
        <pc:spChg chg="add mod">
          <ac:chgData name="성욱 진" userId="f47a80d7871cb125" providerId="LiveId" clId="{FDCBA572-350E-4C39-BF59-3626AC33FF79}" dt="2026-03-16T02:10:10.745" v="687" actId="1076"/>
          <ac:spMkLst>
            <pc:docMk/>
            <pc:sldMk cId="516502562" sldId="262"/>
            <ac:spMk id="56" creationId="{5F7B866D-D76C-358F-BBCD-243874F7E716}"/>
          </ac:spMkLst>
        </pc:spChg>
        <pc:spChg chg="add mod">
          <ac:chgData name="성욱 진" userId="f47a80d7871cb125" providerId="LiveId" clId="{FDCBA572-350E-4C39-BF59-3626AC33FF79}" dt="2026-03-16T02:26:50.157" v="796" actId="1076"/>
          <ac:spMkLst>
            <pc:docMk/>
            <pc:sldMk cId="516502562" sldId="262"/>
            <ac:spMk id="57" creationId="{81322073-C565-C634-D4C9-BA5D309C49FA}"/>
          </ac:spMkLst>
        </pc:spChg>
        <pc:spChg chg="add mod">
          <ac:chgData name="성욱 진" userId="f47a80d7871cb125" providerId="LiveId" clId="{FDCBA572-350E-4C39-BF59-3626AC33FF79}" dt="2026-03-16T02:10:53.229" v="716" actId="12788"/>
          <ac:spMkLst>
            <pc:docMk/>
            <pc:sldMk cId="516502562" sldId="262"/>
            <ac:spMk id="58" creationId="{5EC45106-9BAD-2A30-3954-E564D651AC75}"/>
          </ac:spMkLst>
        </pc:spChg>
        <pc:spChg chg="add del mod">
          <ac:chgData name="성욱 진" userId="f47a80d7871cb125" providerId="LiveId" clId="{FDCBA572-350E-4C39-BF59-3626AC33FF79}" dt="2026-03-16T02:11:04.531" v="719" actId="478"/>
          <ac:spMkLst>
            <pc:docMk/>
            <pc:sldMk cId="516502562" sldId="262"/>
            <ac:spMk id="59" creationId="{52BCCB20-E32D-9764-1BA8-5E18CA614F3F}"/>
          </ac:spMkLst>
        </pc:spChg>
        <pc:spChg chg="add del mod">
          <ac:chgData name="성욱 진" userId="f47a80d7871cb125" providerId="LiveId" clId="{FDCBA572-350E-4C39-BF59-3626AC33FF79}" dt="2026-03-16T02:11:04.531" v="719" actId="478"/>
          <ac:spMkLst>
            <pc:docMk/>
            <pc:sldMk cId="516502562" sldId="262"/>
            <ac:spMk id="60" creationId="{AC97F83C-77FD-196D-96BE-CBE819DA0CC2}"/>
          </ac:spMkLst>
        </pc:spChg>
        <pc:spChg chg="add mod">
          <ac:chgData name="성욱 진" userId="f47a80d7871cb125" providerId="LiveId" clId="{FDCBA572-350E-4C39-BF59-3626AC33FF79}" dt="2026-03-16T02:24:13.185" v="733" actId="108"/>
          <ac:spMkLst>
            <pc:docMk/>
            <pc:sldMk cId="516502562" sldId="262"/>
            <ac:spMk id="61" creationId="{C163CF0B-2F21-A218-304A-712E71766629}"/>
          </ac:spMkLst>
        </pc:spChg>
        <pc:spChg chg="add del mod">
          <ac:chgData name="성욱 진" userId="f47a80d7871cb125" providerId="LiveId" clId="{FDCBA572-350E-4C39-BF59-3626AC33FF79}" dt="2026-03-16T02:11:10.998" v="722" actId="478"/>
          <ac:spMkLst>
            <pc:docMk/>
            <pc:sldMk cId="516502562" sldId="262"/>
            <ac:spMk id="62" creationId="{0BAD6C4E-C6CD-CA9E-A03F-BBD4505EA985}"/>
          </ac:spMkLst>
        </pc:spChg>
        <pc:spChg chg="add mod">
          <ac:chgData name="성욱 진" userId="f47a80d7871cb125" providerId="LiveId" clId="{FDCBA572-350E-4C39-BF59-3626AC33FF79}" dt="2026-03-16T02:29:47.033" v="882" actId="1076"/>
          <ac:spMkLst>
            <pc:docMk/>
            <pc:sldMk cId="516502562" sldId="262"/>
            <ac:spMk id="63" creationId="{43220A9D-8D41-EAA9-7FA9-4DE63A669ABC}"/>
          </ac:spMkLst>
        </pc:spChg>
        <pc:spChg chg="add del mod">
          <ac:chgData name="성욱 진" userId="f47a80d7871cb125" providerId="LiveId" clId="{FDCBA572-350E-4C39-BF59-3626AC33FF79}" dt="2026-03-16T02:30:00.281" v="884" actId="478"/>
          <ac:spMkLst>
            <pc:docMk/>
            <pc:sldMk cId="516502562" sldId="262"/>
            <ac:spMk id="2048" creationId="{E15A605E-A442-9993-672B-94DEAC430FAB}"/>
          </ac:spMkLst>
        </pc:spChg>
        <pc:spChg chg="add mod">
          <ac:chgData name="성욱 진" userId="f47a80d7871cb125" providerId="LiveId" clId="{FDCBA572-350E-4C39-BF59-3626AC33FF79}" dt="2026-03-16T02:28:46.150" v="867" actId="164"/>
          <ac:spMkLst>
            <pc:docMk/>
            <pc:sldMk cId="516502562" sldId="262"/>
            <ac:spMk id="2049" creationId="{D27D684A-978B-CAB5-93EF-E0CCC23EBAE4}"/>
          </ac:spMkLst>
        </pc:spChg>
        <pc:spChg chg="add mod">
          <ac:chgData name="성욱 진" userId="f47a80d7871cb125" providerId="LiveId" clId="{FDCBA572-350E-4C39-BF59-3626AC33FF79}" dt="2026-03-16T02:28:53.500" v="870" actId="164"/>
          <ac:spMkLst>
            <pc:docMk/>
            <pc:sldMk cId="516502562" sldId="262"/>
            <ac:spMk id="2051" creationId="{EB364A45-B728-5E9C-D313-57E01E2E6C35}"/>
          </ac:spMkLst>
        </pc:spChg>
        <pc:spChg chg="add mod">
          <ac:chgData name="성욱 진" userId="f47a80d7871cb125" providerId="LiveId" clId="{FDCBA572-350E-4C39-BF59-3626AC33FF79}" dt="2026-03-16T02:28:59.360" v="872" actId="164"/>
          <ac:spMkLst>
            <pc:docMk/>
            <pc:sldMk cId="516502562" sldId="262"/>
            <ac:spMk id="2053" creationId="{02263CBC-C506-3439-3BBE-3366435A3D85}"/>
          </ac:spMkLst>
        </pc:spChg>
        <pc:spChg chg="add mod">
          <ac:chgData name="성욱 진" userId="f47a80d7871cb125" providerId="LiveId" clId="{FDCBA572-350E-4C39-BF59-3626AC33FF79}" dt="2026-03-16T02:29:05.306" v="874" actId="164"/>
          <ac:spMkLst>
            <pc:docMk/>
            <pc:sldMk cId="516502562" sldId="262"/>
            <ac:spMk id="2054" creationId="{A2C1D9B8-D641-B455-A86E-0E0F6EF1CEB2}"/>
          </ac:spMkLst>
        </pc:spChg>
        <pc:spChg chg="add mod">
          <ac:chgData name="성욱 진" userId="f47a80d7871cb125" providerId="LiveId" clId="{FDCBA572-350E-4C39-BF59-3626AC33FF79}" dt="2026-03-16T02:28:46.150" v="867" actId="164"/>
          <ac:spMkLst>
            <pc:docMk/>
            <pc:sldMk cId="516502562" sldId="262"/>
            <ac:spMk id="2055" creationId="{4368BA1F-A0E4-5FBC-0BEB-167FB6BE6028}"/>
          </ac:spMkLst>
        </pc:spChg>
        <pc:spChg chg="add mod">
          <ac:chgData name="성욱 진" userId="f47a80d7871cb125" providerId="LiveId" clId="{FDCBA572-350E-4C39-BF59-3626AC33FF79}" dt="2026-03-16T02:28:53.500" v="870" actId="164"/>
          <ac:spMkLst>
            <pc:docMk/>
            <pc:sldMk cId="516502562" sldId="262"/>
            <ac:spMk id="2056" creationId="{C711F6D1-05C4-C53B-B8C1-E67536F83497}"/>
          </ac:spMkLst>
        </pc:spChg>
        <pc:spChg chg="add mod">
          <ac:chgData name="성욱 진" userId="f47a80d7871cb125" providerId="LiveId" clId="{FDCBA572-350E-4C39-BF59-3626AC33FF79}" dt="2026-03-16T02:29:13.646" v="876" actId="1076"/>
          <ac:spMkLst>
            <pc:docMk/>
            <pc:sldMk cId="516502562" sldId="262"/>
            <ac:spMk id="2057" creationId="{F0D03FD8-D354-A9F5-09C1-30D83CF24B3C}"/>
          </ac:spMkLst>
        </pc:spChg>
        <pc:spChg chg="add mod">
          <ac:chgData name="성욱 진" userId="f47a80d7871cb125" providerId="LiveId" clId="{FDCBA572-350E-4C39-BF59-3626AC33FF79}" dt="2026-03-16T02:29:05.306" v="874" actId="164"/>
          <ac:spMkLst>
            <pc:docMk/>
            <pc:sldMk cId="516502562" sldId="262"/>
            <ac:spMk id="2058" creationId="{400D9354-A37D-A7E1-A309-E62FAFF1A99D}"/>
          </ac:spMkLst>
        </pc:spChg>
        <pc:spChg chg="add mod">
          <ac:chgData name="성욱 진" userId="f47a80d7871cb125" providerId="LiveId" clId="{FDCBA572-350E-4C39-BF59-3626AC33FF79}" dt="2026-03-16T02:30:34.834" v="889" actId="20577"/>
          <ac:spMkLst>
            <pc:docMk/>
            <pc:sldMk cId="516502562" sldId="262"/>
            <ac:spMk id="2064" creationId="{80FE8834-7796-7689-208C-E14FB6339EBB}"/>
          </ac:spMkLst>
        </pc:spChg>
        <pc:grpChg chg="add del mod">
          <ac:chgData name="성욱 진" userId="f47a80d7871cb125" providerId="LiveId" clId="{FDCBA572-350E-4C39-BF59-3626AC33FF79}" dt="2026-03-16T01:49:03.697" v="360" actId="21"/>
          <ac:grpSpMkLst>
            <pc:docMk/>
            <pc:sldMk cId="516502562" sldId="262"/>
            <ac:grpSpMk id="37" creationId="{34553FB6-94B3-7691-213D-3FAB9F66FBAC}"/>
          </ac:grpSpMkLst>
        </pc:grpChg>
        <pc:grpChg chg="add mod">
          <ac:chgData name="성욱 진" userId="f47a80d7871cb125" providerId="LiveId" clId="{FDCBA572-350E-4C39-BF59-3626AC33FF79}" dt="2026-03-16T02:09:54.244" v="681" actId="1076"/>
          <ac:grpSpMkLst>
            <pc:docMk/>
            <pc:sldMk cId="516502562" sldId="262"/>
            <ac:grpSpMk id="39" creationId="{9CCCC47A-719D-813F-B472-BE81B39BDC82}"/>
          </ac:grpSpMkLst>
        </pc:grpChg>
        <pc:grpChg chg="add del mod">
          <ac:chgData name="성욱 진" userId="f47a80d7871cb125" providerId="LiveId" clId="{FDCBA572-350E-4C39-BF59-3626AC33FF79}" dt="2026-03-16T01:49:34.624" v="395" actId="478"/>
          <ac:grpSpMkLst>
            <pc:docMk/>
            <pc:sldMk cId="516502562" sldId="262"/>
            <ac:grpSpMk id="41" creationId="{59C84DD8-6F3A-0D39-29A7-3E43DB85C39A}"/>
          </ac:grpSpMkLst>
        </pc:grpChg>
        <pc:grpChg chg="add mod">
          <ac:chgData name="성욱 진" userId="f47a80d7871cb125" providerId="LiveId" clId="{FDCBA572-350E-4C39-BF59-3626AC33FF79}" dt="2026-03-16T02:09:57.200" v="682" actId="1076"/>
          <ac:grpSpMkLst>
            <pc:docMk/>
            <pc:sldMk cId="516502562" sldId="262"/>
            <ac:grpSpMk id="48" creationId="{630A3E20-B17B-7191-8EE1-45CEA14EC139}"/>
          </ac:grpSpMkLst>
        </pc:grpChg>
        <pc:grpChg chg="add mod">
          <ac:chgData name="성욱 진" userId="f47a80d7871cb125" providerId="LiveId" clId="{FDCBA572-350E-4C39-BF59-3626AC33FF79}" dt="2026-03-16T02:10:00.605" v="685" actId="1076"/>
          <ac:grpSpMkLst>
            <pc:docMk/>
            <pc:sldMk cId="516502562" sldId="262"/>
            <ac:grpSpMk id="53" creationId="{C42F6B4C-6DEA-9269-4EFF-38D46E191313}"/>
          </ac:grpSpMkLst>
        </pc:grpChg>
        <pc:grpChg chg="add mod">
          <ac:chgData name="성욱 진" userId="f47a80d7871cb125" providerId="LiveId" clId="{FDCBA572-350E-4C39-BF59-3626AC33FF79}" dt="2026-03-16T02:10:00.605" v="685" actId="1076"/>
          <ac:grpSpMkLst>
            <pc:docMk/>
            <pc:sldMk cId="516502562" sldId="262"/>
            <ac:grpSpMk id="54" creationId="{9394930F-EEB7-701E-1D58-8675FF4BB7D6}"/>
          </ac:grpSpMkLst>
        </pc:grpChg>
        <pc:grpChg chg="add mod">
          <ac:chgData name="성욱 진" userId="f47a80d7871cb125" providerId="LiveId" clId="{FDCBA572-350E-4C39-BF59-3626AC33FF79}" dt="2026-03-16T02:07:42.525" v="479" actId="164"/>
          <ac:grpSpMkLst>
            <pc:docMk/>
            <pc:sldMk cId="516502562" sldId="262"/>
            <ac:grpSpMk id="55" creationId="{79D2DC16-F0DB-7BFA-A686-6727DFB739FC}"/>
          </ac:grpSpMkLst>
        </pc:grpChg>
        <pc:grpChg chg="add mod">
          <ac:chgData name="성욱 진" userId="f47a80d7871cb125" providerId="LiveId" clId="{FDCBA572-350E-4C39-BF59-3626AC33FF79}" dt="2026-03-16T02:29:33.340" v="880" actId="164"/>
          <ac:grpSpMkLst>
            <pc:docMk/>
            <pc:sldMk cId="516502562" sldId="262"/>
            <ac:grpSpMk id="2059" creationId="{19D7E067-EB32-77E9-160B-341A55FD8F7F}"/>
          </ac:grpSpMkLst>
        </pc:grpChg>
        <pc:grpChg chg="add mod">
          <ac:chgData name="성욱 진" userId="f47a80d7871cb125" providerId="LiveId" clId="{FDCBA572-350E-4C39-BF59-3626AC33FF79}" dt="2026-03-16T02:29:33.340" v="880" actId="164"/>
          <ac:grpSpMkLst>
            <pc:docMk/>
            <pc:sldMk cId="516502562" sldId="262"/>
            <ac:grpSpMk id="2060" creationId="{6DE75478-F2DC-C1AC-9F94-8F4BCDA3494E}"/>
          </ac:grpSpMkLst>
        </pc:grpChg>
        <pc:grpChg chg="add mod">
          <ac:chgData name="성욱 진" userId="f47a80d7871cb125" providerId="LiveId" clId="{FDCBA572-350E-4C39-BF59-3626AC33FF79}" dt="2026-03-16T02:29:33.340" v="880" actId="164"/>
          <ac:grpSpMkLst>
            <pc:docMk/>
            <pc:sldMk cId="516502562" sldId="262"/>
            <ac:grpSpMk id="2061" creationId="{3EF834FB-8CB8-A7C1-D83C-0BDA27C1D141}"/>
          </ac:grpSpMkLst>
        </pc:grpChg>
        <pc:grpChg chg="add mod">
          <ac:chgData name="성욱 진" userId="f47a80d7871cb125" providerId="LiveId" clId="{FDCBA572-350E-4C39-BF59-3626AC33FF79}" dt="2026-03-16T02:29:33.340" v="880" actId="164"/>
          <ac:grpSpMkLst>
            <pc:docMk/>
            <pc:sldMk cId="516502562" sldId="262"/>
            <ac:grpSpMk id="2062" creationId="{B97275B2-EE7D-1DCD-BF5F-0B91D5D93C58}"/>
          </ac:grpSpMkLst>
        </pc:grpChg>
        <pc:grpChg chg="add mod">
          <ac:chgData name="성욱 진" userId="f47a80d7871cb125" providerId="LiveId" clId="{FDCBA572-350E-4C39-BF59-3626AC33FF79}" dt="2026-03-16T02:29:47.033" v="882" actId="1076"/>
          <ac:grpSpMkLst>
            <pc:docMk/>
            <pc:sldMk cId="516502562" sldId="262"/>
            <ac:grpSpMk id="2063" creationId="{6B9C0583-DF83-7BCD-80EE-506E36A7C83F}"/>
          </ac:grpSpMkLst>
        </pc:grpChg>
        <pc:picChg chg="add del mod">
          <ac:chgData name="성욱 진" userId="f47a80d7871cb125" providerId="LiveId" clId="{FDCBA572-350E-4C39-BF59-3626AC33FF79}" dt="2026-03-16T01:18:21.761" v="29" actId="478"/>
          <ac:picMkLst>
            <pc:docMk/>
            <pc:sldMk cId="516502562" sldId="262"/>
            <ac:picMk id="4" creationId="{3A0A150E-B084-D31C-1D69-7BF0A1EBD34F}"/>
          </ac:picMkLst>
        </pc:picChg>
        <pc:picChg chg="add mod">
          <ac:chgData name="성욱 진" userId="f47a80d7871cb125" providerId="LiveId" clId="{FDCBA572-350E-4C39-BF59-3626AC33FF79}" dt="2026-03-16T01:32:39.435" v="266" actId="1076"/>
          <ac:picMkLst>
            <pc:docMk/>
            <pc:sldMk cId="516502562" sldId="262"/>
            <ac:picMk id="22" creationId="{A07563DF-CCA7-EA82-F6CE-810AD174F7CD}"/>
          </ac:picMkLst>
        </pc:picChg>
        <pc:picChg chg="add del mod ord topLvl modCrop">
          <ac:chgData name="성욱 진" userId="f47a80d7871cb125" providerId="LiveId" clId="{FDCBA572-350E-4C39-BF59-3626AC33FF79}" dt="2026-03-16T01:49:03.697" v="360" actId="21"/>
          <ac:picMkLst>
            <pc:docMk/>
            <pc:sldMk cId="516502562" sldId="262"/>
            <ac:picMk id="35" creationId="{5E04B796-38AB-BCB0-5506-5E25686B6A7B}"/>
          </ac:picMkLst>
        </pc:picChg>
        <pc:picChg chg="add mod">
          <ac:chgData name="성욱 진" userId="f47a80d7871cb125" providerId="LiveId" clId="{FDCBA572-350E-4C39-BF59-3626AC33FF79}" dt="2026-03-16T01:50:11.630" v="403" actId="12789"/>
          <ac:picMkLst>
            <pc:docMk/>
            <pc:sldMk cId="516502562" sldId="262"/>
            <ac:picMk id="38" creationId="{5E04B796-38AB-BCB0-5506-5E25686B6A7B}"/>
          </ac:picMkLst>
        </pc:picChg>
        <pc:picChg chg="del mod topLvl">
          <ac:chgData name="성욱 진" userId="f47a80d7871cb125" providerId="LiveId" clId="{FDCBA572-350E-4C39-BF59-3626AC33FF79}" dt="2026-03-16T01:49:34.624" v="395" actId="478"/>
          <ac:picMkLst>
            <pc:docMk/>
            <pc:sldMk cId="516502562" sldId="262"/>
            <ac:picMk id="43" creationId="{03042B3E-5EC7-6FC8-D892-70D19DED42A1}"/>
          </ac:picMkLst>
        </pc:picChg>
        <pc:picChg chg="add mod">
          <ac:chgData name="성욱 진" userId="f47a80d7871cb125" providerId="LiveId" clId="{FDCBA572-350E-4C39-BF59-3626AC33FF79}" dt="2026-03-16T01:50:55.950" v="407" actId="164"/>
          <ac:picMkLst>
            <pc:docMk/>
            <pc:sldMk cId="516502562" sldId="262"/>
            <ac:picMk id="46" creationId="{DCF816B3-17E2-B6F2-3FCF-F20475915D8E}"/>
          </ac:picMkLst>
        </pc:picChg>
        <pc:picChg chg="add mod">
          <ac:chgData name="성욱 진" userId="f47a80d7871cb125" providerId="LiveId" clId="{FDCBA572-350E-4C39-BF59-3626AC33FF79}" dt="2026-03-16T01:50:55.950" v="407" actId="164"/>
          <ac:picMkLst>
            <pc:docMk/>
            <pc:sldMk cId="516502562" sldId="262"/>
            <ac:picMk id="47" creationId="{A1CBF3E5-B29E-86E4-1CF4-6C238BB5CACE}"/>
          </ac:picMkLst>
        </pc:picChg>
        <pc:picChg chg="add mod">
          <ac:chgData name="성욱 진" userId="f47a80d7871cb125" providerId="LiveId" clId="{FDCBA572-350E-4C39-BF59-3626AC33FF79}" dt="2026-03-16T00:58:11.284" v="26" actId="1076"/>
          <ac:picMkLst>
            <pc:docMk/>
            <pc:sldMk cId="516502562" sldId="262"/>
            <ac:picMk id="2050" creationId="{7627D68B-8258-F43C-305C-323B46169DFF}"/>
          </ac:picMkLst>
        </pc:picChg>
        <pc:picChg chg="add mod">
          <ac:chgData name="성욱 진" userId="f47a80d7871cb125" providerId="LiveId" clId="{FDCBA572-350E-4C39-BF59-3626AC33FF79}" dt="2026-03-16T02:28:42.894" v="866" actId="1076"/>
          <ac:picMkLst>
            <pc:docMk/>
            <pc:sldMk cId="516502562" sldId="262"/>
            <ac:picMk id="2052" creationId="{7AF6AF1E-595B-08FD-315C-F17F16E8D382}"/>
          </ac:picMkLst>
        </pc:picChg>
      </pc:sldChg>
      <pc:sldChg chg="add del">
        <pc:chgData name="성욱 진" userId="f47a80d7871cb125" providerId="LiveId" clId="{FDCBA572-350E-4C39-BF59-3626AC33FF79}" dt="2026-03-16T00:57:10.049" v="1"/>
        <pc:sldMkLst>
          <pc:docMk/>
          <pc:sldMk cId="740018113" sldId="263"/>
        </pc:sldMkLst>
      </pc:sldChg>
      <pc:sldChg chg="addSp delSp modSp add mod ord">
        <pc:chgData name="성욱 진" userId="f47a80d7871cb125" providerId="LiveId" clId="{FDCBA572-350E-4C39-BF59-3626AC33FF79}" dt="2026-03-16T03:59:09.666" v="1883" actId="1076"/>
        <pc:sldMkLst>
          <pc:docMk/>
          <pc:sldMk cId="2270357001" sldId="263"/>
        </pc:sldMkLst>
        <pc:spChg chg="add mod">
          <ac:chgData name="성욱 진" userId="f47a80d7871cb125" providerId="LiveId" clId="{FDCBA572-350E-4C39-BF59-3626AC33FF79}" dt="2026-03-16T02:35:54.409" v="928" actId="20577"/>
          <ac:spMkLst>
            <pc:docMk/>
            <pc:sldMk cId="2270357001" sldId="263"/>
            <ac:spMk id="3" creationId="{E06A0D10-1835-3716-A13B-508174F6E68D}"/>
          </ac:spMkLst>
        </pc:spChg>
        <pc:spChg chg="add mod">
          <ac:chgData name="성욱 진" userId="f47a80d7871cb125" providerId="LiveId" clId="{FDCBA572-350E-4C39-BF59-3626AC33FF79}" dt="2026-03-16T02:36:47.073" v="956" actId="20577"/>
          <ac:spMkLst>
            <pc:docMk/>
            <pc:sldMk cId="2270357001" sldId="263"/>
            <ac:spMk id="4" creationId="{BDD9D6D1-C00D-2DEF-B421-A715BFAD2E71}"/>
          </ac:spMkLst>
        </pc:spChg>
        <pc:spChg chg="add mod">
          <ac:chgData name="성욱 진" userId="f47a80d7871cb125" providerId="LiveId" clId="{FDCBA572-350E-4C39-BF59-3626AC33FF79}" dt="2026-03-16T02:36:51.689" v="957" actId="1076"/>
          <ac:spMkLst>
            <pc:docMk/>
            <pc:sldMk cId="2270357001" sldId="263"/>
            <ac:spMk id="5" creationId="{342EEBE9-A545-0201-5914-30930F5F544F}"/>
          </ac:spMkLst>
        </pc:spChg>
        <pc:spChg chg="mod">
          <ac:chgData name="성욱 진" userId="f47a80d7871cb125" providerId="LiveId" clId="{FDCBA572-350E-4C39-BF59-3626AC33FF79}" dt="2026-03-16T03:54:29.007" v="1571" actId="1076"/>
          <ac:spMkLst>
            <pc:docMk/>
            <pc:sldMk cId="2270357001" sldId="263"/>
            <ac:spMk id="8" creationId="{2CAF1BA3-E516-D931-6855-57DF86E46201}"/>
          </ac:spMkLst>
        </pc:spChg>
        <pc:spChg chg="add mod">
          <ac:chgData name="성욱 진" userId="f47a80d7871cb125" providerId="LiveId" clId="{FDCBA572-350E-4C39-BF59-3626AC33FF79}" dt="2026-03-16T02:36:36.653" v="936" actId="571"/>
          <ac:spMkLst>
            <pc:docMk/>
            <pc:sldMk cId="2270357001" sldId="263"/>
            <ac:spMk id="9" creationId="{666E4094-CB63-0213-44D8-AEBED489AD6B}"/>
          </ac:spMkLst>
        </pc:spChg>
        <pc:spChg chg="add mod">
          <ac:chgData name="성욱 진" userId="f47a80d7871cb125" providerId="LiveId" clId="{FDCBA572-350E-4C39-BF59-3626AC33FF79}" dt="2026-03-16T02:36:36.653" v="936" actId="571"/>
          <ac:spMkLst>
            <pc:docMk/>
            <pc:sldMk cId="2270357001" sldId="263"/>
            <ac:spMk id="10" creationId="{00AC313B-C992-57DD-9BDF-4D4ABC9081D0}"/>
          </ac:spMkLst>
        </pc:spChg>
        <pc:spChg chg="add mod">
          <ac:chgData name="성욱 진" userId="f47a80d7871cb125" providerId="LiveId" clId="{FDCBA572-350E-4C39-BF59-3626AC33FF79}" dt="2026-03-16T02:37:01.295" v="963" actId="20577"/>
          <ac:spMkLst>
            <pc:docMk/>
            <pc:sldMk cId="2270357001" sldId="263"/>
            <ac:spMk id="11" creationId="{99ED2D94-D9AD-2CB7-B8DB-49E09F7937D5}"/>
          </ac:spMkLst>
        </pc:spChg>
        <pc:spChg chg="add mod">
          <ac:chgData name="성욱 진" userId="f47a80d7871cb125" providerId="LiveId" clId="{FDCBA572-350E-4C39-BF59-3626AC33FF79}" dt="2026-03-16T02:37:09.644" v="964" actId="571"/>
          <ac:spMkLst>
            <pc:docMk/>
            <pc:sldMk cId="2270357001" sldId="263"/>
            <ac:spMk id="12" creationId="{4ABCAFB4-C391-E0D7-2608-932CA5F78C90}"/>
          </ac:spMkLst>
        </pc:spChg>
        <pc:spChg chg="mod">
          <ac:chgData name="성욱 진" userId="f47a80d7871cb125" providerId="LiveId" clId="{FDCBA572-350E-4C39-BF59-3626AC33FF79}" dt="2026-03-16T03:54:29.007" v="1571" actId="1076"/>
          <ac:spMkLst>
            <pc:docMk/>
            <pc:sldMk cId="2270357001" sldId="263"/>
            <ac:spMk id="13" creationId="{47472BC0-68A4-C8DC-7DAD-BC31D11E0632}"/>
          </ac:spMkLst>
        </pc:spChg>
        <pc:spChg chg="mod">
          <ac:chgData name="성욱 진" userId="f47a80d7871cb125" providerId="LiveId" clId="{FDCBA572-350E-4C39-BF59-3626AC33FF79}" dt="2026-03-16T03:54:29.007" v="1571" actId="1076"/>
          <ac:spMkLst>
            <pc:docMk/>
            <pc:sldMk cId="2270357001" sldId="263"/>
            <ac:spMk id="14" creationId="{CA929C11-56AF-DC43-74AD-8DD6A91D55F6}"/>
          </ac:spMkLst>
        </pc:spChg>
        <pc:spChg chg="del mod">
          <ac:chgData name="성욱 진" userId="f47a80d7871cb125" providerId="LiveId" clId="{FDCBA572-350E-4C39-BF59-3626AC33FF79}" dt="2026-03-16T03:54:12.341" v="1570" actId="478"/>
          <ac:spMkLst>
            <pc:docMk/>
            <pc:sldMk cId="2270357001" sldId="263"/>
            <ac:spMk id="15" creationId="{DC780317-BC87-95EE-9853-CB6CA7596BC6}"/>
          </ac:spMkLst>
        </pc:spChg>
        <pc:spChg chg="del">
          <ac:chgData name="성욱 진" userId="f47a80d7871cb125" providerId="LiveId" clId="{FDCBA572-350E-4C39-BF59-3626AC33FF79}" dt="2026-03-16T02:31:50.165" v="891" actId="478"/>
          <ac:spMkLst>
            <pc:docMk/>
            <pc:sldMk cId="2270357001" sldId="263"/>
            <ac:spMk id="16" creationId="{9676CE6F-6C54-E056-F3D7-684BB9F9D988}"/>
          </ac:spMkLst>
        </pc:spChg>
        <pc:spChg chg="del">
          <ac:chgData name="성욱 진" userId="f47a80d7871cb125" providerId="LiveId" clId="{FDCBA572-350E-4C39-BF59-3626AC33FF79}" dt="2026-03-16T02:31:54.079" v="892" actId="478"/>
          <ac:spMkLst>
            <pc:docMk/>
            <pc:sldMk cId="2270357001" sldId="263"/>
            <ac:spMk id="17" creationId="{9B9D97D6-4EC4-F8A2-5E3E-DE5BCCB4B258}"/>
          </ac:spMkLst>
        </pc:spChg>
        <pc:spChg chg="mod">
          <ac:chgData name="성욱 진" userId="f47a80d7871cb125" providerId="LiveId" clId="{FDCBA572-350E-4C39-BF59-3626AC33FF79}" dt="2026-03-16T03:54:29.007" v="1571" actId="1076"/>
          <ac:spMkLst>
            <pc:docMk/>
            <pc:sldMk cId="2270357001" sldId="263"/>
            <ac:spMk id="18" creationId="{01E7FFAE-F726-22B8-A504-FAEA3706EAE7}"/>
          </ac:spMkLst>
        </pc:spChg>
        <pc:spChg chg="del">
          <ac:chgData name="성욱 진" userId="f47a80d7871cb125" providerId="LiveId" clId="{FDCBA572-350E-4C39-BF59-3626AC33FF79}" dt="2026-03-16T03:59:05.716" v="1881" actId="478"/>
          <ac:spMkLst>
            <pc:docMk/>
            <pc:sldMk cId="2270357001" sldId="263"/>
            <ac:spMk id="19" creationId="{94C4E372-D200-3946-FD6C-A529F11DE838}"/>
          </ac:spMkLst>
        </pc:spChg>
        <pc:spChg chg="del">
          <ac:chgData name="성욱 진" userId="f47a80d7871cb125" providerId="LiveId" clId="{FDCBA572-350E-4C39-BF59-3626AC33FF79}" dt="2026-03-16T03:59:05.716" v="1881" actId="478"/>
          <ac:spMkLst>
            <pc:docMk/>
            <pc:sldMk cId="2270357001" sldId="263"/>
            <ac:spMk id="20" creationId="{B24EE329-FD00-668F-AB12-7217A82E99B0}"/>
          </ac:spMkLst>
        </pc:spChg>
        <pc:spChg chg="add mod">
          <ac:chgData name="성욱 진" userId="f47a80d7871cb125" providerId="LiveId" clId="{FDCBA572-350E-4C39-BF59-3626AC33FF79}" dt="2026-03-16T02:37:41.375" v="1005" actId="20577"/>
          <ac:spMkLst>
            <pc:docMk/>
            <pc:sldMk cId="2270357001" sldId="263"/>
            <ac:spMk id="21" creationId="{B7751ADE-9B7E-F861-BC46-AEA9A77F92B0}"/>
          </ac:spMkLst>
        </pc:spChg>
        <pc:spChg chg="add mod">
          <ac:chgData name="성욱 진" userId="f47a80d7871cb125" providerId="LiveId" clId="{FDCBA572-350E-4C39-BF59-3626AC33FF79}" dt="2026-03-16T02:37:48.928" v="1020" actId="1076"/>
          <ac:spMkLst>
            <pc:docMk/>
            <pc:sldMk cId="2270357001" sldId="263"/>
            <ac:spMk id="25" creationId="{C4D5537E-AE6F-B278-DD76-582089D8667C}"/>
          </ac:spMkLst>
        </pc:spChg>
        <pc:spChg chg="add mod">
          <ac:chgData name="성욱 진" userId="f47a80d7871cb125" providerId="LiveId" clId="{FDCBA572-350E-4C39-BF59-3626AC33FF79}" dt="2026-03-16T02:37:48.928" v="1020" actId="1076"/>
          <ac:spMkLst>
            <pc:docMk/>
            <pc:sldMk cId="2270357001" sldId="263"/>
            <ac:spMk id="26" creationId="{6928DDD4-9A4A-E7E5-0E39-90504AB1A88D}"/>
          </ac:spMkLst>
        </pc:spChg>
        <pc:spChg chg="add mod">
          <ac:chgData name="성욱 진" userId="f47a80d7871cb125" providerId="LiveId" clId="{FDCBA572-350E-4C39-BF59-3626AC33FF79}" dt="2026-03-16T02:37:53.867" v="1021" actId="1076"/>
          <ac:spMkLst>
            <pc:docMk/>
            <pc:sldMk cId="2270357001" sldId="263"/>
            <ac:spMk id="27" creationId="{57C4A9C5-179F-3983-31F0-78C54F92265C}"/>
          </ac:spMkLst>
        </pc:spChg>
        <pc:spChg chg="add mod">
          <ac:chgData name="성욱 진" userId="f47a80d7871cb125" providerId="LiveId" clId="{FDCBA572-350E-4C39-BF59-3626AC33FF79}" dt="2026-03-16T02:37:59.952" v="1050" actId="20577"/>
          <ac:spMkLst>
            <pc:docMk/>
            <pc:sldMk cId="2270357001" sldId="263"/>
            <ac:spMk id="28" creationId="{103C4D43-A0BB-0D20-973F-376F5FAAD5A6}"/>
          </ac:spMkLst>
        </pc:spChg>
        <pc:spChg chg="add mod">
          <ac:chgData name="성욱 진" userId="f47a80d7871cb125" providerId="LiveId" clId="{FDCBA572-350E-4C39-BF59-3626AC33FF79}" dt="2026-03-16T02:45:29.356" v="1062" actId="122"/>
          <ac:spMkLst>
            <pc:docMk/>
            <pc:sldMk cId="2270357001" sldId="263"/>
            <ac:spMk id="29" creationId="{444523B7-1EAF-E70F-8812-33B4A4DDD58E}"/>
          </ac:spMkLst>
        </pc:spChg>
        <pc:spChg chg="add mod">
          <ac:chgData name="성욱 진" userId="f47a80d7871cb125" providerId="LiveId" clId="{FDCBA572-350E-4C39-BF59-3626AC33FF79}" dt="2026-03-16T03:54:29.007" v="1571" actId="1076"/>
          <ac:spMkLst>
            <pc:docMk/>
            <pc:sldMk cId="2270357001" sldId="263"/>
            <ac:spMk id="30" creationId="{F70015DD-DB19-A79C-2948-50806F00FDC3}"/>
          </ac:spMkLst>
        </pc:spChg>
        <pc:spChg chg="add mod">
          <ac:chgData name="성욱 진" userId="f47a80d7871cb125" providerId="LiveId" clId="{FDCBA572-350E-4C39-BF59-3626AC33FF79}" dt="2026-03-16T03:59:09.666" v="1883" actId="1076"/>
          <ac:spMkLst>
            <pc:docMk/>
            <pc:sldMk cId="2270357001" sldId="263"/>
            <ac:spMk id="31" creationId="{ED319B36-54E6-502D-D0D5-B50F585339D3}"/>
          </ac:spMkLst>
        </pc:spChg>
        <pc:spChg chg="add mod">
          <ac:chgData name="성욱 진" userId="f47a80d7871cb125" providerId="LiveId" clId="{FDCBA572-350E-4C39-BF59-3626AC33FF79}" dt="2026-03-16T03:59:09.666" v="1883" actId="1076"/>
          <ac:spMkLst>
            <pc:docMk/>
            <pc:sldMk cId="2270357001" sldId="263"/>
            <ac:spMk id="34" creationId="{754A2D15-9CA8-0111-ABDD-3AEE5EC527DE}"/>
          </ac:spMkLst>
        </pc:spChg>
        <pc:spChg chg="mod">
          <ac:chgData name="성욱 진" userId="f47a80d7871cb125" providerId="LiveId" clId="{FDCBA572-350E-4C39-BF59-3626AC33FF79}" dt="2026-03-16T02:40:54.558" v="1055" actId="20577"/>
          <ac:spMkLst>
            <pc:docMk/>
            <pc:sldMk cId="2270357001" sldId="263"/>
            <ac:spMk id="56" creationId="{DF70022E-0E4A-8259-4543-FB5A3D9A7639}"/>
          </ac:spMkLst>
        </pc:spChg>
        <pc:spChg chg="mod">
          <ac:chgData name="성욱 진" userId="f47a80d7871cb125" providerId="LiveId" clId="{FDCBA572-350E-4C39-BF59-3626AC33FF79}" dt="2026-03-16T02:45:23.319" v="1061" actId="12788"/>
          <ac:spMkLst>
            <pc:docMk/>
            <pc:sldMk cId="2270357001" sldId="263"/>
            <ac:spMk id="61" creationId="{DB508FCB-4048-E854-B62E-B3A215644D00}"/>
          </ac:spMkLst>
        </pc:spChg>
        <pc:spChg chg="mod">
          <ac:chgData name="성욱 진" userId="f47a80d7871cb125" providerId="LiveId" clId="{FDCBA572-350E-4C39-BF59-3626AC33FF79}" dt="2026-03-16T02:35:16.033" v="899" actId="403"/>
          <ac:spMkLst>
            <pc:docMk/>
            <pc:sldMk cId="2270357001" sldId="263"/>
            <ac:spMk id="2049" creationId="{EA613118-241A-ECA6-AEF3-166E34F9736C}"/>
          </ac:spMkLst>
        </pc:spChg>
        <pc:spChg chg="mod">
          <ac:chgData name="성욱 진" userId="f47a80d7871cb125" providerId="LiveId" clId="{FDCBA572-350E-4C39-BF59-3626AC33FF79}" dt="2026-03-16T02:35:16.033" v="899" actId="403"/>
          <ac:spMkLst>
            <pc:docMk/>
            <pc:sldMk cId="2270357001" sldId="263"/>
            <ac:spMk id="2051" creationId="{F5BE0C23-B45F-C6BF-9D1C-96515124E16E}"/>
          </ac:spMkLst>
        </pc:spChg>
        <pc:spChg chg="mod">
          <ac:chgData name="성욱 진" userId="f47a80d7871cb125" providerId="LiveId" clId="{FDCBA572-350E-4C39-BF59-3626AC33FF79}" dt="2026-03-16T02:35:16.033" v="899" actId="403"/>
          <ac:spMkLst>
            <pc:docMk/>
            <pc:sldMk cId="2270357001" sldId="263"/>
            <ac:spMk id="2053" creationId="{EC0B5489-EDF2-90AB-1D45-312E742A2CA9}"/>
          </ac:spMkLst>
        </pc:spChg>
        <pc:spChg chg="mod">
          <ac:chgData name="성욱 진" userId="f47a80d7871cb125" providerId="LiveId" clId="{FDCBA572-350E-4C39-BF59-3626AC33FF79}" dt="2026-03-16T02:35:16.033" v="899" actId="403"/>
          <ac:spMkLst>
            <pc:docMk/>
            <pc:sldMk cId="2270357001" sldId="263"/>
            <ac:spMk id="2054" creationId="{08B31F10-520C-26E2-9BDA-42EED7A57B1B}"/>
          </ac:spMkLst>
        </pc:spChg>
        <pc:spChg chg="mod">
          <ac:chgData name="성욱 진" userId="f47a80d7871cb125" providerId="LiveId" clId="{FDCBA572-350E-4C39-BF59-3626AC33FF79}" dt="2026-03-16T02:35:16.033" v="899" actId="403"/>
          <ac:spMkLst>
            <pc:docMk/>
            <pc:sldMk cId="2270357001" sldId="263"/>
            <ac:spMk id="2055" creationId="{25EA8EB5-661E-347B-9C34-BE15E76E0390}"/>
          </ac:spMkLst>
        </pc:spChg>
        <pc:spChg chg="mod">
          <ac:chgData name="성욱 진" userId="f47a80d7871cb125" providerId="LiveId" clId="{FDCBA572-350E-4C39-BF59-3626AC33FF79}" dt="2026-03-16T02:35:16.033" v="899" actId="403"/>
          <ac:spMkLst>
            <pc:docMk/>
            <pc:sldMk cId="2270357001" sldId="263"/>
            <ac:spMk id="2056" creationId="{043330D2-E337-939F-6CA7-0E680C87271D}"/>
          </ac:spMkLst>
        </pc:spChg>
        <pc:spChg chg="mod">
          <ac:chgData name="성욱 진" userId="f47a80d7871cb125" providerId="LiveId" clId="{FDCBA572-350E-4C39-BF59-3626AC33FF79}" dt="2026-03-16T02:35:16.033" v="899" actId="403"/>
          <ac:spMkLst>
            <pc:docMk/>
            <pc:sldMk cId="2270357001" sldId="263"/>
            <ac:spMk id="2057" creationId="{54BA9825-031E-57E3-472F-A665DBB96722}"/>
          </ac:spMkLst>
        </pc:spChg>
        <pc:spChg chg="mod">
          <ac:chgData name="성욱 진" userId="f47a80d7871cb125" providerId="LiveId" clId="{FDCBA572-350E-4C39-BF59-3626AC33FF79}" dt="2026-03-16T02:35:16.033" v="899" actId="403"/>
          <ac:spMkLst>
            <pc:docMk/>
            <pc:sldMk cId="2270357001" sldId="263"/>
            <ac:spMk id="2058" creationId="{4EBF6BF4-F8B2-F967-CDAE-FE4BB6A75B85}"/>
          </ac:spMkLst>
        </pc:spChg>
        <pc:spChg chg="mod">
          <ac:chgData name="성욱 진" userId="f47a80d7871cb125" providerId="LiveId" clId="{FDCBA572-350E-4C39-BF59-3626AC33FF79}" dt="2026-03-16T02:36:33.410" v="934" actId="1076"/>
          <ac:spMkLst>
            <pc:docMk/>
            <pc:sldMk cId="2270357001" sldId="263"/>
            <ac:spMk id="2064" creationId="{832A5E68-9CB0-3C16-886F-84EB9EF6ADC5}"/>
          </ac:spMkLst>
        </pc:spChg>
        <pc:grpChg chg="mod">
          <ac:chgData name="성욱 진" userId="f47a80d7871cb125" providerId="LiveId" clId="{FDCBA572-350E-4C39-BF59-3626AC33FF79}" dt="2026-03-16T02:35:20.712" v="900" actId="14100"/>
          <ac:grpSpMkLst>
            <pc:docMk/>
            <pc:sldMk cId="2270357001" sldId="263"/>
            <ac:grpSpMk id="2063" creationId="{89B661AC-3A01-C3DE-1B02-1F15953A0219}"/>
          </ac:grpSpMkLst>
        </pc:grpChg>
        <pc:picChg chg="mod">
          <ac:chgData name="성욱 진" userId="f47a80d7871cb125" providerId="LiveId" clId="{FDCBA572-350E-4C39-BF59-3626AC33FF79}" dt="2026-03-16T03:54:29.007" v="1571" actId="1076"/>
          <ac:picMkLst>
            <pc:docMk/>
            <pc:sldMk cId="2270357001" sldId="263"/>
            <ac:picMk id="22" creationId="{80CB4E00-3810-6EFE-D67A-665BF932A63A}"/>
          </ac:picMkLst>
        </pc:picChg>
      </pc:sldChg>
      <pc:sldChg chg="addSp delSp modSp add mod">
        <pc:chgData name="성욱 진" userId="f47a80d7871cb125" providerId="LiveId" clId="{FDCBA572-350E-4C39-BF59-3626AC33FF79}" dt="2026-03-16T03:55:02.436" v="1579" actId="1076"/>
        <pc:sldMkLst>
          <pc:docMk/>
          <pc:sldMk cId="1763141786" sldId="264"/>
        </pc:sldMkLst>
        <pc:spChg chg="mod">
          <ac:chgData name="성욱 진" userId="f47a80d7871cb125" providerId="LiveId" clId="{FDCBA572-350E-4C39-BF59-3626AC33FF79}" dt="2026-03-16T02:46:32.992" v="1082" actId="20577"/>
          <ac:spMkLst>
            <pc:docMk/>
            <pc:sldMk cId="1763141786" sldId="264"/>
            <ac:spMk id="2" creationId="{05267E64-2530-F5C9-6454-BB94C480A70A}"/>
          </ac:spMkLst>
        </pc:spChg>
        <pc:spChg chg="mod ord">
          <ac:chgData name="성욱 진" userId="f47a80d7871cb125" providerId="LiveId" clId="{FDCBA572-350E-4C39-BF59-3626AC33FF79}" dt="2026-03-16T03:00:09.729" v="1538" actId="12788"/>
          <ac:spMkLst>
            <pc:docMk/>
            <pc:sldMk cId="1763141786" sldId="264"/>
            <ac:spMk id="3" creationId="{A7E5886D-D1B2-5CFD-85CD-41258C60C0AB}"/>
          </ac:spMkLst>
        </pc:spChg>
        <pc:spChg chg="del mod">
          <ac:chgData name="성욱 진" userId="f47a80d7871cb125" providerId="LiveId" clId="{FDCBA572-350E-4C39-BF59-3626AC33FF79}" dt="2026-03-16T02:58:24.870" v="1505" actId="478"/>
          <ac:spMkLst>
            <pc:docMk/>
            <pc:sldMk cId="1763141786" sldId="264"/>
            <ac:spMk id="4" creationId="{DAC5CB1F-647F-657A-4822-F69FED0EE687}"/>
          </ac:spMkLst>
        </pc:spChg>
        <pc:spChg chg="del mod">
          <ac:chgData name="성욱 진" userId="f47a80d7871cb125" providerId="LiveId" clId="{FDCBA572-350E-4C39-BF59-3626AC33FF79}" dt="2026-03-16T02:58:24.870" v="1505" actId="478"/>
          <ac:spMkLst>
            <pc:docMk/>
            <pc:sldMk cId="1763141786" sldId="264"/>
            <ac:spMk id="5" creationId="{106FAB39-C797-3FCF-DD15-D427DFD49A1C}"/>
          </ac:spMkLst>
        </pc:spChg>
        <pc:spChg chg="del mod">
          <ac:chgData name="성욱 진" userId="f47a80d7871cb125" providerId="LiveId" clId="{FDCBA572-350E-4C39-BF59-3626AC33FF79}" dt="2026-03-16T03:53:55.667" v="1567" actId="21"/>
          <ac:spMkLst>
            <pc:docMk/>
            <pc:sldMk cId="1763141786" sldId="264"/>
            <ac:spMk id="6" creationId="{0C8CB885-741C-4228-B53C-C91D3328EBFA}"/>
          </ac:spMkLst>
        </pc:spChg>
        <pc:spChg chg="del">
          <ac:chgData name="성욱 진" userId="f47a80d7871cb125" providerId="LiveId" clId="{FDCBA572-350E-4C39-BF59-3626AC33FF79}" dt="2026-03-16T03:54:57.497" v="1577" actId="478"/>
          <ac:spMkLst>
            <pc:docMk/>
            <pc:sldMk cId="1763141786" sldId="264"/>
            <ac:spMk id="8" creationId="{94B52670-9AAA-FAFC-58A0-88243153B113}"/>
          </ac:spMkLst>
        </pc:spChg>
        <pc:spChg chg="del mod">
          <ac:chgData name="성욱 진" userId="f47a80d7871cb125" providerId="LiveId" clId="{FDCBA572-350E-4C39-BF59-3626AC33FF79}" dt="2026-03-16T02:58:24.870" v="1505" actId="478"/>
          <ac:spMkLst>
            <pc:docMk/>
            <pc:sldMk cId="1763141786" sldId="264"/>
            <ac:spMk id="11" creationId="{884AA303-1208-D0BD-9467-3D5B535CB332}"/>
          </ac:spMkLst>
        </pc:spChg>
        <pc:spChg chg="del mod">
          <ac:chgData name="성욱 진" userId="f47a80d7871cb125" providerId="LiveId" clId="{FDCBA572-350E-4C39-BF59-3626AC33FF79}" dt="2026-03-16T02:58:24.870" v="1505" actId="478"/>
          <ac:spMkLst>
            <pc:docMk/>
            <pc:sldMk cId="1763141786" sldId="264"/>
            <ac:spMk id="12" creationId="{DE2BCA95-11C9-ABE3-ECE9-394147210ADF}"/>
          </ac:spMkLst>
        </pc:spChg>
        <pc:spChg chg="del">
          <ac:chgData name="성욱 진" userId="f47a80d7871cb125" providerId="LiveId" clId="{FDCBA572-350E-4C39-BF59-3626AC33FF79}" dt="2026-03-16T03:54:57.497" v="1577" actId="478"/>
          <ac:spMkLst>
            <pc:docMk/>
            <pc:sldMk cId="1763141786" sldId="264"/>
            <ac:spMk id="13" creationId="{2FFBF331-A943-84A4-3356-C6A3E05E7CD0}"/>
          </ac:spMkLst>
        </pc:spChg>
        <pc:spChg chg="del">
          <ac:chgData name="성욱 진" userId="f47a80d7871cb125" providerId="LiveId" clId="{FDCBA572-350E-4C39-BF59-3626AC33FF79}" dt="2026-03-16T03:54:57.497" v="1577" actId="478"/>
          <ac:spMkLst>
            <pc:docMk/>
            <pc:sldMk cId="1763141786" sldId="264"/>
            <ac:spMk id="14" creationId="{D0C50E0C-F7E7-8B87-98B3-C4DAD224EC58}"/>
          </ac:spMkLst>
        </pc:spChg>
        <pc:spChg chg="del">
          <ac:chgData name="성욱 진" userId="f47a80d7871cb125" providerId="LiveId" clId="{FDCBA572-350E-4C39-BF59-3626AC33FF79}" dt="2026-03-16T03:54:57.497" v="1577" actId="478"/>
          <ac:spMkLst>
            <pc:docMk/>
            <pc:sldMk cId="1763141786" sldId="264"/>
            <ac:spMk id="15" creationId="{DF8F379F-6759-08A6-8B20-E952A5C4FAEC}"/>
          </ac:spMkLst>
        </pc:spChg>
        <pc:spChg chg="mod">
          <ac:chgData name="성욱 진" userId="f47a80d7871cb125" providerId="LiveId" clId="{FDCBA572-350E-4C39-BF59-3626AC33FF79}" dt="2026-03-16T02:50:45.237" v="1174"/>
          <ac:spMkLst>
            <pc:docMk/>
            <pc:sldMk cId="1763141786" sldId="264"/>
            <ac:spMk id="17" creationId="{33B886E2-860F-3AE0-6A0F-5E1C6A304894}"/>
          </ac:spMkLst>
        </pc:spChg>
        <pc:spChg chg="del">
          <ac:chgData name="성욱 진" userId="f47a80d7871cb125" providerId="LiveId" clId="{FDCBA572-350E-4C39-BF59-3626AC33FF79}" dt="2026-03-16T03:54:57.497" v="1577" actId="478"/>
          <ac:spMkLst>
            <pc:docMk/>
            <pc:sldMk cId="1763141786" sldId="264"/>
            <ac:spMk id="18" creationId="{EB9AFBF6-DA10-C52E-42C3-AB7DF5D3ABCF}"/>
          </ac:spMkLst>
        </pc:spChg>
        <pc:spChg chg="mod">
          <ac:chgData name="성욱 진" userId="f47a80d7871cb125" providerId="LiveId" clId="{FDCBA572-350E-4C39-BF59-3626AC33FF79}" dt="2026-03-16T02:46:52.249" v="1100" actId="20577"/>
          <ac:spMkLst>
            <pc:docMk/>
            <pc:sldMk cId="1763141786" sldId="264"/>
            <ac:spMk id="19" creationId="{ADA7344B-9F86-7410-7356-15A4CFE2CEFA}"/>
          </ac:spMkLst>
        </pc:spChg>
        <pc:spChg chg="mod">
          <ac:chgData name="성욱 진" userId="f47a80d7871cb125" providerId="LiveId" clId="{FDCBA572-350E-4C39-BF59-3626AC33FF79}" dt="2026-03-16T02:46:58.018" v="1126" actId="20577"/>
          <ac:spMkLst>
            <pc:docMk/>
            <pc:sldMk cId="1763141786" sldId="264"/>
            <ac:spMk id="20" creationId="{1834C1C2-AE81-9AEE-18A5-04BE062DA19A}"/>
          </ac:spMkLst>
        </pc:spChg>
        <pc:spChg chg="del mod">
          <ac:chgData name="성욱 진" userId="f47a80d7871cb125" providerId="LiveId" clId="{FDCBA572-350E-4C39-BF59-3626AC33FF79}" dt="2026-03-16T02:58:24.870" v="1505" actId="478"/>
          <ac:spMkLst>
            <pc:docMk/>
            <pc:sldMk cId="1763141786" sldId="264"/>
            <ac:spMk id="21" creationId="{98F7C3E2-A718-4D7C-159E-D7DD538E65F2}"/>
          </ac:spMkLst>
        </pc:spChg>
        <pc:spChg chg="mod topLvl">
          <ac:chgData name="성욱 진" userId="f47a80d7871cb125" providerId="LiveId" clId="{FDCBA572-350E-4C39-BF59-3626AC33FF79}" dt="2026-03-16T02:52:46.708" v="1201" actId="14100"/>
          <ac:spMkLst>
            <pc:docMk/>
            <pc:sldMk cId="1763141786" sldId="264"/>
            <ac:spMk id="23" creationId="{4B2D07A2-CE47-3108-E917-A0ACB7F10108}"/>
          </ac:spMkLst>
        </pc:spChg>
        <pc:spChg chg="mod">
          <ac:chgData name="성욱 진" userId="f47a80d7871cb125" providerId="LiveId" clId="{FDCBA572-350E-4C39-BF59-3626AC33FF79}" dt="2026-03-16T02:51:51.534" v="1187" actId="1076"/>
          <ac:spMkLst>
            <pc:docMk/>
            <pc:sldMk cId="1763141786" sldId="264"/>
            <ac:spMk id="24" creationId="{A639CF08-0F0C-3DAD-5728-F5C308E3457E}"/>
          </ac:spMkLst>
        </pc:spChg>
        <pc:spChg chg="del mod">
          <ac:chgData name="성욱 진" userId="f47a80d7871cb125" providerId="LiveId" clId="{FDCBA572-350E-4C39-BF59-3626AC33FF79}" dt="2026-03-16T02:58:24.870" v="1505" actId="478"/>
          <ac:spMkLst>
            <pc:docMk/>
            <pc:sldMk cId="1763141786" sldId="264"/>
            <ac:spMk id="25" creationId="{C425992D-44DE-780A-4F97-CC394A12D30F}"/>
          </ac:spMkLst>
        </pc:spChg>
        <pc:spChg chg="del mod">
          <ac:chgData name="성욱 진" userId="f47a80d7871cb125" providerId="LiveId" clId="{FDCBA572-350E-4C39-BF59-3626AC33FF79}" dt="2026-03-16T02:58:24.870" v="1505" actId="478"/>
          <ac:spMkLst>
            <pc:docMk/>
            <pc:sldMk cId="1763141786" sldId="264"/>
            <ac:spMk id="26" creationId="{FCFA8919-2030-E05A-855B-B3DD5CBA60E1}"/>
          </ac:spMkLst>
        </pc:spChg>
        <pc:spChg chg="del mod">
          <ac:chgData name="성욱 진" userId="f47a80d7871cb125" providerId="LiveId" clId="{FDCBA572-350E-4C39-BF59-3626AC33FF79}" dt="2026-03-16T02:58:24.870" v="1505" actId="478"/>
          <ac:spMkLst>
            <pc:docMk/>
            <pc:sldMk cId="1763141786" sldId="264"/>
            <ac:spMk id="27" creationId="{BF5D3EAE-7657-DD32-3201-3F6B0A17F5C9}"/>
          </ac:spMkLst>
        </pc:spChg>
        <pc:spChg chg="del mod">
          <ac:chgData name="성욱 진" userId="f47a80d7871cb125" providerId="LiveId" clId="{FDCBA572-350E-4C39-BF59-3626AC33FF79}" dt="2026-03-16T02:58:24.870" v="1505" actId="478"/>
          <ac:spMkLst>
            <pc:docMk/>
            <pc:sldMk cId="1763141786" sldId="264"/>
            <ac:spMk id="28" creationId="{339A1D08-6489-87EC-335D-C7F2687CEA62}"/>
          </ac:spMkLst>
        </pc:spChg>
        <pc:spChg chg="del mod">
          <ac:chgData name="성욱 진" userId="f47a80d7871cb125" providerId="LiveId" clId="{FDCBA572-350E-4C39-BF59-3626AC33FF79}" dt="2026-03-16T02:58:29.371" v="1506" actId="478"/>
          <ac:spMkLst>
            <pc:docMk/>
            <pc:sldMk cId="1763141786" sldId="264"/>
            <ac:spMk id="29" creationId="{88688BA5-D2BE-E45E-1D63-B4CCD0F43C60}"/>
          </ac:spMkLst>
        </pc:spChg>
        <pc:spChg chg="mod">
          <ac:chgData name="성욱 진" userId="f47a80d7871cb125" providerId="LiveId" clId="{FDCBA572-350E-4C39-BF59-3626AC33FF79}" dt="2026-03-16T02:50:45.237" v="1174"/>
          <ac:spMkLst>
            <pc:docMk/>
            <pc:sldMk cId="1763141786" sldId="264"/>
            <ac:spMk id="30" creationId="{A34C6A75-B6CC-5A0D-358B-592D9D20C311}"/>
          </ac:spMkLst>
        </pc:spChg>
        <pc:spChg chg="mod topLvl">
          <ac:chgData name="성욱 진" userId="f47a80d7871cb125" providerId="LiveId" clId="{FDCBA572-350E-4C39-BF59-3626AC33FF79}" dt="2026-03-16T02:52:29.581" v="1199" actId="554"/>
          <ac:spMkLst>
            <pc:docMk/>
            <pc:sldMk cId="1763141786" sldId="264"/>
            <ac:spMk id="32" creationId="{66C41C58-D70B-8B1C-ADAF-8EA8BDD40632}"/>
          </ac:spMkLst>
        </pc:spChg>
        <pc:spChg chg="mod">
          <ac:chgData name="성욱 진" userId="f47a80d7871cb125" providerId="LiveId" clId="{FDCBA572-350E-4C39-BF59-3626AC33FF79}" dt="2026-03-16T02:51:21.727" v="1180" actId="165"/>
          <ac:spMkLst>
            <pc:docMk/>
            <pc:sldMk cId="1763141786" sldId="264"/>
            <ac:spMk id="33" creationId="{2CF6FF0D-9D95-2B28-7521-CCA3702A70F6}"/>
          </ac:spMkLst>
        </pc:spChg>
        <pc:spChg chg="mod">
          <ac:chgData name="성욱 진" userId="f47a80d7871cb125" providerId="LiveId" clId="{FDCBA572-350E-4C39-BF59-3626AC33FF79}" dt="2026-03-16T02:50:45.237" v="1174"/>
          <ac:spMkLst>
            <pc:docMk/>
            <pc:sldMk cId="1763141786" sldId="264"/>
            <ac:spMk id="34" creationId="{F764F772-BEFF-1DC0-1A03-222F87084489}"/>
          </ac:spMkLst>
        </pc:spChg>
        <pc:spChg chg="mod topLvl">
          <ac:chgData name="성욱 진" userId="f47a80d7871cb125" providerId="LiveId" clId="{FDCBA572-350E-4C39-BF59-3626AC33FF79}" dt="2026-03-16T02:52:29.581" v="1199" actId="554"/>
          <ac:spMkLst>
            <pc:docMk/>
            <pc:sldMk cId="1763141786" sldId="264"/>
            <ac:spMk id="40" creationId="{F57CE280-9C71-34C1-0703-FED0C25ADC81}"/>
          </ac:spMkLst>
        </pc:spChg>
        <pc:spChg chg="mod">
          <ac:chgData name="성욱 진" userId="f47a80d7871cb125" providerId="LiveId" clId="{FDCBA572-350E-4C39-BF59-3626AC33FF79}" dt="2026-03-16T02:50:45.237" v="1174"/>
          <ac:spMkLst>
            <pc:docMk/>
            <pc:sldMk cId="1763141786" sldId="264"/>
            <ac:spMk id="41" creationId="{D8D4881C-73EB-CD82-E0BC-F2D7CE096559}"/>
          </ac:spMkLst>
        </pc:spChg>
        <pc:spChg chg="mod">
          <ac:chgData name="성욱 진" userId="f47a80d7871cb125" providerId="LiveId" clId="{FDCBA572-350E-4C39-BF59-3626AC33FF79}" dt="2026-03-16T02:51:21.727" v="1180" actId="165"/>
          <ac:spMkLst>
            <pc:docMk/>
            <pc:sldMk cId="1763141786" sldId="264"/>
            <ac:spMk id="42" creationId="{F79CF27E-0654-1CCD-C519-402CFB2F437A}"/>
          </ac:spMkLst>
        </pc:spChg>
        <pc:spChg chg="mod">
          <ac:chgData name="성욱 진" userId="f47a80d7871cb125" providerId="LiveId" clId="{FDCBA572-350E-4C39-BF59-3626AC33FF79}" dt="2026-03-16T02:51:21.727" v="1180" actId="165"/>
          <ac:spMkLst>
            <pc:docMk/>
            <pc:sldMk cId="1763141786" sldId="264"/>
            <ac:spMk id="44" creationId="{901A0B66-FC8A-329D-0C04-AEEAE4F61D04}"/>
          </ac:spMkLst>
        </pc:spChg>
        <pc:spChg chg="mod">
          <ac:chgData name="성욱 진" userId="f47a80d7871cb125" providerId="LiveId" clId="{FDCBA572-350E-4C39-BF59-3626AC33FF79}" dt="2026-03-16T02:51:21.727" v="1180" actId="165"/>
          <ac:spMkLst>
            <pc:docMk/>
            <pc:sldMk cId="1763141786" sldId="264"/>
            <ac:spMk id="45" creationId="{B0D5C53E-97FF-FA74-4546-BBBF8ACFAAA3}"/>
          </ac:spMkLst>
        </pc:spChg>
        <pc:spChg chg="mod">
          <ac:chgData name="성욱 진" userId="f47a80d7871cb125" providerId="LiveId" clId="{FDCBA572-350E-4C39-BF59-3626AC33FF79}" dt="2026-03-16T02:51:21.727" v="1180" actId="165"/>
          <ac:spMkLst>
            <pc:docMk/>
            <pc:sldMk cId="1763141786" sldId="264"/>
            <ac:spMk id="49" creationId="{B8F730C8-84D7-8478-CDDB-F1AF519DF6FC}"/>
          </ac:spMkLst>
        </pc:spChg>
        <pc:spChg chg="mod">
          <ac:chgData name="성욱 진" userId="f47a80d7871cb125" providerId="LiveId" clId="{FDCBA572-350E-4C39-BF59-3626AC33FF79}" dt="2026-03-16T02:51:21.727" v="1180" actId="165"/>
          <ac:spMkLst>
            <pc:docMk/>
            <pc:sldMk cId="1763141786" sldId="264"/>
            <ac:spMk id="50" creationId="{64C337B2-C497-A92B-A17D-15E21D13C29C}"/>
          </ac:spMkLst>
        </pc:spChg>
        <pc:spChg chg="mod">
          <ac:chgData name="성욱 진" userId="f47a80d7871cb125" providerId="LiveId" clId="{FDCBA572-350E-4C39-BF59-3626AC33FF79}" dt="2026-03-16T02:51:21.727" v="1180" actId="165"/>
          <ac:spMkLst>
            <pc:docMk/>
            <pc:sldMk cId="1763141786" sldId="264"/>
            <ac:spMk id="51" creationId="{DAADAF4A-02F5-139C-960A-20E1F36881E6}"/>
          </ac:spMkLst>
        </pc:spChg>
        <pc:spChg chg="mod">
          <ac:chgData name="성욱 진" userId="f47a80d7871cb125" providerId="LiveId" clId="{FDCBA572-350E-4C39-BF59-3626AC33FF79}" dt="2026-03-16T02:50:23.049" v="1172" actId="12788"/>
          <ac:spMkLst>
            <pc:docMk/>
            <pc:sldMk cId="1763141786" sldId="264"/>
            <ac:spMk id="52" creationId="{14FEAAF9-E7D6-F4CF-A48C-6822B9C3E16C}"/>
          </ac:spMkLst>
        </pc:spChg>
        <pc:spChg chg="mod">
          <ac:chgData name="성욱 진" userId="f47a80d7871cb125" providerId="LiveId" clId="{FDCBA572-350E-4C39-BF59-3626AC33FF79}" dt="2026-03-16T02:50:45.237" v="1174"/>
          <ac:spMkLst>
            <pc:docMk/>
            <pc:sldMk cId="1763141786" sldId="264"/>
            <ac:spMk id="55" creationId="{9AD98375-3579-1331-C2D2-BCD5A9DB200C}"/>
          </ac:spMkLst>
        </pc:spChg>
        <pc:spChg chg="del mod">
          <ac:chgData name="성욱 진" userId="f47a80d7871cb125" providerId="LiveId" clId="{FDCBA572-350E-4C39-BF59-3626AC33FF79}" dt="2026-03-16T02:51:57.417" v="1189" actId="478"/>
          <ac:spMkLst>
            <pc:docMk/>
            <pc:sldMk cId="1763141786" sldId="264"/>
            <ac:spMk id="56" creationId="{62189AD0-9EBF-5EBD-6D82-0438AE2744BA}"/>
          </ac:spMkLst>
        </pc:spChg>
        <pc:spChg chg="del mod">
          <ac:chgData name="성욱 진" userId="f47a80d7871cb125" providerId="LiveId" clId="{FDCBA572-350E-4C39-BF59-3626AC33FF79}" dt="2026-03-16T02:58:29.371" v="1506" actId="478"/>
          <ac:spMkLst>
            <pc:docMk/>
            <pc:sldMk cId="1763141786" sldId="264"/>
            <ac:spMk id="57" creationId="{3901F215-B4B6-D13E-18D0-37B5CA52747E}"/>
          </ac:spMkLst>
        </pc:spChg>
        <pc:spChg chg="del mod">
          <ac:chgData name="성욱 진" userId="f47a80d7871cb125" providerId="LiveId" clId="{FDCBA572-350E-4C39-BF59-3626AC33FF79}" dt="2026-03-16T02:58:29.371" v="1506" actId="478"/>
          <ac:spMkLst>
            <pc:docMk/>
            <pc:sldMk cId="1763141786" sldId="264"/>
            <ac:spMk id="58" creationId="{902B46AE-9F72-99A9-EB27-5EB818C29BE1}"/>
          </ac:spMkLst>
        </pc:spChg>
        <pc:spChg chg="mod">
          <ac:chgData name="성욱 진" userId="f47a80d7871cb125" providerId="LiveId" clId="{FDCBA572-350E-4C39-BF59-3626AC33FF79}" dt="2026-03-16T02:50:45.237" v="1174"/>
          <ac:spMkLst>
            <pc:docMk/>
            <pc:sldMk cId="1763141786" sldId="264"/>
            <ac:spMk id="60" creationId="{F81503E2-39B0-FDA1-9AAE-2A48AB04C2F7}"/>
          </ac:spMkLst>
        </pc:spChg>
        <pc:spChg chg="del mod">
          <ac:chgData name="성욱 진" userId="f47a80d7871cb125" providerId="LiveId" clId="{FDCBA572-350E-4C39-BF59-3626AC33FF79}" dt="2026-03-16T02:58:29.371" v="1506" actId="478"/>
          <ac:spMkLst>
            <pc:docMk/>
            <pc:sldMk cId="1763141786" sldId="264"/>
            <ac:spMk id="61" creationId="{D20A686F-5470-CBF6-55B8-B3132FBCCCB7}"/>
          </ac:spMkLst>
        </pc:spChg>
        <pc:spChg chg="mod">
          <ac:chgData name="성욱 진" userId="f47a80d7871cb125" providerId="LiveId" clId="{FDCBA572-350E-4C39-BF59-3626AC33FF79}" dt="2026-03-16T02:50:45.237" v="1174"/>
          <ac:spMkLst>
            <pc:docMk/>
            <pc:sldMk cId="1763141786" sldId="264"/>
            <ac:spMk id="62" creationId="{298A406A-05C8-65E8-D1B8-FD1C1A49DD04}"/>
          </ac:spMkLst>
        </pc:spChg>
        <pc:spChg chg="del mod">
          <ac:chgData name="성욱 진" userId="f47a80d7871cb125" providerId="LiveId" clId="{FDCBA572-350E-4C39-BF59-3626AC33FF79}" dt="2026-03-16T02:58:29.371" v="1506" actId="478"/>
          <ac:spMkLst>
            <pc:docMk/>
            <pc:sldMk cId="1763141786" sldId="264"/>
            <ac:spMk id="63" creationId="{FD1BBCDA-E721-2764-7734-998C197E45F3}"/>
          </ac:spMkLst>
        </pc:spChg>
        <pc:spChg chg="mod">
          <ac:chgData name="성욱 진" userId="f47a80d7871cb125" providerId="LiveId" clId="{FDCBA572-350E-4C39-BF59-3626AC33FF79}" dt="2026-03-16T02:50:45.237" v="1174"/>
          <ac:spMkLst>
            <pc:docMk/>
            <pc:sldMk cId="1763141786" sldId="264"/>
            <ac:spMk id="2048" creationId="{47E4613E-E9FF-4347-4B23-899FBD4E0510}"/>
          </ac:spMkLst>
        </pc:spChg>
        <pc:spChg chg="mod">
          <ac:chgData name="성욱 진" userId="f47a80d7871cb125" providerId="LiveId" clId="{FDCBA572-350E-4C39-BF59-3626AC33FF79}" dt="2026-03-16T02:50:45.237" v="1174"/>
          <ac:spMkLst>
            <pc:docMk/>
            <pc:sldMk cId="1763141786" sldId="264"/>
            <ac:spMk id="2050" creationId="{B9A70E7B-2515-D48C-B2A1-7356811D4B15}"/>
          </ac:spMkLst>
        </pc:spChg>
        <pc:spChg chg="del mod">
          <ac:chgData name="성욱 진" userId="f47a80d7871cb125" providerId="LiveId" clId="{FDCBA572-350E-4C39-BF59-3626AC33FF79}" dt="2026-03-16T02:58:24.870" v="1505" actId="478"/>
          <ac:spMkLst>
            <pc:docMk/>
            <pc:sldMk cId="1763141786" sldId="264"/>
            <ac:spMk id="2064" creationId="{AB0ED70F-F556-2BDA-B354-CF630AE46DCF}"/>
          </ac:spMkLst>
        </pc:spChg>
        <pc:spChg chg="mod">
          <ac:chgData name="성욱 진" userId="f47a80d7871cb125" providerId="LiveId" clId="{FDCBA572-350E-4C39-BF59-3626AC33FF79}" dt="2026-03-16T02:50:45.237" v="1174"/>
          <ac:spMkLst>
            <pc:docMk/>
            <pc:sldMk cId="1763141786" sldId="264"/>
            <ac:spMk id="2067" creationId="{E5197390-AA43-85A2-8A53-C36A4F2B95DE}"/>
          </ac:spMkLst>
        </pc:spChg>
        <pc:spChg chg="mod">
          <ac:chgData name="성욱 진" userId="f47a80d7871cb125" providerId="LiveId" clId="{FDCBA572-350E-4C39-BF59-3626AC33FF79}" dt="2026-03-16T02:50:47.340" v="1175"/>
          <ac:spMkLst>
            <pc:docMk/>
            <pc:sldMk cId="1763141786" sldId="264"/>
            <ac:spMk id="2070" creationId="{998AAC2A-39B2-7776-156F-A999BB79B343}"/>
          </ac:spMkLst>
        </pc:spChg>
        <pc:spChg chg="mod">
          <ac:chgData name="성욱 진" userId="f47a80d7871cb125" providerId="LiveId" clId="{FDCBA572-350E-4C39-BF59-3626AC33FF79}" dt="2026-03-16T02:50:47.340" v="1175"/>
          <ac:spMkLst>
            <pc:docMk/>
            <pc:sldMk cId="1763141786" sldId="264"/>
            <ac:spMk id="2071" creationId="{8187EF7F-027D-E682-E5F7-8C0B674F0EF6}"/>
          </ac:spMkLst>
        </pc:spChg>
        <pc:spChg chg="mod">
          <ac:chgData name="성욱 진" userId="f47a80d7871cb125" providerId="LiveId" clId="{FDCBA572-350E-4C39-BF59-3626AC33FF79}" dt="2026-03-16T02:50:47.340" v="1175"/>
          <ac:spMkLst>
            <pc:docMk/>
            <pc:sldMk cId="1763141786" sldId="264"/>
            <ac:spMk id="2074" creationId="{5BB4E793-2A6C-3BE6-3C4C-F12A5BD9C0A2}"/>
          </ac:spMkLst>
        </pc:spChg>
        <pc:spChg chg="mod">
          <ac:chgData name="성욱 진" userId="f47a80d7871cb125" providerId="LiveId" clId="{FDCBA572-350E-4C39-BF59-3626AC33FF79}" dt="2026-03-16T02:50:47.340" v="1175"/>
          <ac:spMkLst>
            <pc:docMk/>
            <pc:sldMk cId="1763141786" sldId="264"/>
            <ac:spMk id="2078" creationId="{C0D8377C-5729-A05A-E550-0F7638D93FBB}"/>
          </ac:spMkLst>
        </pc:spChg>
        <pc:spChg chg="mod">
          <ac:chgData name="성욱 진" userId="f47a80d7871cb125" providerId="LiveId" clId="{FDCBA572-350E-4C39-BF59-3626AC33FF79}" dt="2026-03-16T02:50:47.340" v="1175"/>
          <ac:spMkLst>
            <pc:docMk/>
            <pc:sldMk cId="1763141786" sldId="264"/>
            <ac:spMk id="2079" creationId="{895F0996-352F-8F7F-C2BE-30F87E588BF9}"/>
          </ac:spMkLst>
        </pc:spChg>
        <pc:spChg chg="mod">
          <ac:chgData name="성욱 진" userId="f47a80d7871cb125" providerId="LiveId" clId="{FDCBA572-350E-4C39-BF59-3626AC33FF79}" dt="2026-03-16T02:50:47.340" v="1175"/>
          <ac:spMkLst>
            <pc:docMk/>
            <pc:sldMk cId="1763141786" sldId="264"/>
            <ac:spMk id="2081" creationId="{C490A8FB-96B3-2F03-1CC8-1C3F057FF956}"/>
          </ac:spMkLst>
        </pc:spChg>
        <pc:spChg chg="mod">
          <ac:chgData name="성욱 진" userId="f47a80d7871cb125" providerId="LiveId" clId="{FDCBA572-350E-4C39-BF59-3626AC33FF79}" dt="2026-03-16T02:50:47.340" v="1175"/>
          <ac:spMkLst>
            <pc:docMk/>
            <pc:sldMk cId="1763141786" sldId="264"/>
            <ac:spMk id="2083" creationId="{AAB59C38-0D12-AB5B-4D61-093AA9E1B1DE}"/>
          </ac:spMkLst>
        </pc:spChg>
        <pc:spChg chg="mod">
          <ac:chgData name="성욱 진" userId="f47a80d7871cb125" providerId="LiveId" clId="{FDCBA572-350E-4C39-BF59-3626AC33FF79}" dt="2026-03-16T02:50:47.340" v="1175"/>
          <ac:spMkLst>
            <pc:docMk/>
            <pc:sldMk cId="1763141786" sldId="264"/>
            <ac:spMk id="2084" creationId="{C85D289A-FCB4-0675-4301-1223332AF80A}"/>
          </ac:spMkLst>
        </pc:spChg>
        <pc:spChg chg="mod">
          <ac:chgData name="성욱 진" userId="f47a80d7871cb125" providerId="LiveId" clId="{FDCBA572-350E-4C39-BF59-3626AC33FF79}" dt="2026-03-16T02:50:47.340" v="1175"/>
          <ac:spMkLst>
            <pc:docMk/>
            <pc:sldMk cId="1763141786" sldId="264"/>
            <ac:spMk id="2085" creationId="{E50A27BB-A4FE-4ACB-E051-AD496DF46743}"/>
          </ac:spMkLst>
        </pc:spChg>
        <pc:spChg chg="mod">
          <ac:chgData name="성욱 진" userId="f47a80d7871cb125" providerId="LiveId" clId="{FDCBA572-350E-4C39-BF59-3626AC33FF79}" dt="2026-03-16T02:50:47.340" v="1175"/>
          <ac:spMkLst>
            <pc:docMk/>
            <pc:sldMk cId="1763141786" sldId="264"/>
            <ac:spMk id="2088" creationId="{7E336D83-6CBB-BCD4-A596-2E355EAA0F68}"/>
          </ac:spMkLst>
        </pc:spChg>
        <pc:spChg chg="add mod">
          <ac:chgData name="성욱 진" userId="f47a80d7871cb125" providerId="LiveId" clId="{FDCBA572-350E-4C39-BF59-3626AC33FF79}" dt="2026-03-16T02:57:33.419" v="1441" actId="14100"/>
          <ac:spMkLst>
            <pc:docMk/>
            <pc:sldMk cId="1763141786" sldId="264"/>
            <ac:spMk id="2090" creationId="{6EC3D92D-30BD-425B-43CA-75F6EB6BA81F}"/>
          </ac:spMkLst>
        </pc:spChg>
        <pc:spChg chg="add mod">
          <ac:chgData name="성욱 진" userId="f47a80d7871cb125" providerId="LiveId" clId="{FDCBA572-350E-4C39-BF59-3626AC33FF79}" dt="2026-03-16T02:52:59.536" v="1205" actId="14100"/>
          <ac:spMkLst>
            <pc:docMk/>
            <pc:sldMk cId="1763141786" sldId="264"/>
            <ac:spMk id="2091" creationId="{8874F3D3-BCD0-4AEB-B7DE-55F492FAFA37}"/>
          </ac:spMkLst>
        </pc:spChg>
        <pc:spChg chg="add mod">
          <ac:chgData name="성욱 진" userId="f47a80d7871cb125" providerId="LiveId" clId="{FDCBA572-350E-4C39-BF59-3626AC33FF79}" dt="2026-03-16T02:59:46.577" v="1534" actId="14100"/>
          <ac:spMkLst>
            <pc:docMk/>
            <pc:sldMk cId="1763141786" sldId="264"/>
            <ac:spMk id="2092" creationId="{F3E4240E-BA8E-735A-DE78-34285451F9D7}"/>
          </ac:spMkLst>
        </pc:spChg>
        <pc:spChg chg="add mod">
          <ac:chgData name="성욱 진" userId="f47a80d7871cb125" providerId="LiveId" clId="{FDCBA572-350E-4C39-BF59-3626AC33FF79}" dt="2026-03-16T02:55:30.594" v="1309" actId="164"/>
          <ac:spMkLst>
            <pc:docMk/>
            <pc:sldMk cId="1763141786" sldId="264"/>
            <ac:spMk id="2093" creationId="{F2FA5939-6478-F5D4-8977-57D1747DC584}"/>
          </ac:spMkLst>
        </pc:spChg>
        <pc:spChg chg="add mod">
          <ac:chgData name="성욱 진" userId="f47a80d7871cb125" providerId="LiveId" clId="{FDCBA572-350E-4C39-BF59-3626AC33FF79}" dt="2026-03-16T02:55:30.594" v="1309" actId="164"/>
          <ac:spMkLst>
            <pc:docMk/>
            <pc:sldMk cId="1763141786" sldId="264"/>
            <ac:spMk id="2094" creationId="{E08EBA8B-766B-3464-3C05-AB64CB148087}"/>
          </ac:spMkLst>
        </pc:spChg>
        <pc:spChg chg="add mod">
          <ac:chgData name="성욱 진" userId="f47a80d7871cb125" providerId="LiveId" clId="{FDCBA572-350E-4C39-BF59-3626AC33FF79}" dt="2026-03-16T02:55:31.987" v="1310" actId="164"/>
          <ac:spMkLst>
            <pc:docMk/>
            <pc:sldMk cId="1763141786" sldId="264"/>
            <ac:spMk id="2095" creationId="{3F0A5151-D6DD-A14B-EE54-C39FE47E71B7}"/>
          </ac:spMkLst>
        </pc:spChg>
        <pc:spChg chg="add mod">
          <ac:chgData name="성욱 진" userId="f47a80d7871cb125" providerId="LiveId" clId="{FDCBA572-350E-4C39-BF59-3626AC33FF79}" dt="2026-03-16T02:55:31.987" v="1310" actId="164"/>
          <ac:spMkLst>
            <pc:docMk/>
            <pc:sldMk cId="1763141786" sldId="264"/>
            <ac:spMk id="2096" creationId="{7FB155C8-F942-E233-CEF7-60092AA06B27}"/>
          </ac:spMkLst>
        </pc:spChg>
        <pc:spChg chg="add mod">
          <ac:chgData name="성욱 진" userId="f47a80d7871cb125" providerId="LiveId" clId="{FDCBA572-350E-4C39-BF59-3626AC33FF79}" dt="2026-03-16T02:55:33.059" v="1311" actId="164"/>
          <ac:spMkLst>
            <pc:docMk/>
            <pc:sldMk cId="1763141786" sldId="264"/>
            <ac:spMk id="2097" creationId="{B5CE3CD2-38DE-AA5E-80C2-FC3FF96AFEF3}"/>
          </ac:spMkLst>
        </pc:spChg>
        <pc:spChg chg="add mod">
          <ac:chgData name="성욱 진" userId="f47a80d7871cb125" providerId="LiveId" clId="{FDCBA572-350E-4C39-BF59-3626AC33FF79}" dt="2026-03-16T02:55:33.059" v="1311" actId="164"/>
          <ac:spMkLst>
            <pc:docMk/>
            <pc:sldMk cId="1763141786" sldId="264"/>
            <ac:spMk id="2098" creationId="{EE3B6DFF-9F98-E8C7-E0FD-F99B4C039496}"/>
          </ac:spMkLst>
        </pc:spChg>
        <pc:spChg chg="add mod">
          <ac:chgData name="성욱 진" userId="f47a80d7871cb125" providerId="LiveId" clId="{FDCBA572-350E-4C39-BF59-3626AC33FF79}" dt="2026-03-16T02:55:35.381" v="1312" actId="164"/>
          <ac:spMkLst>
            <pc:docMk/>
            <pc:sldMk cId="1763141786" sldId="264"/>
            <ac:spMk id="2099" creationId="{4A8D7054-7E83-8A99-41BC-BFDBC1FA2AEB}"/>
          </ac:spMkLst>
        </pc:spChg>
        <pc:spChg chg="add mod">
          <ac:chgData name="성욱 진" userId="f47a80d7871cb125" providerId="LiveId" clId="{FDCBA572-350E-4C39-BF59-3626AC33FF79}" dt="2026-03-16T02:55:35.381" v="1312" actId="164"/>
          <ac:spMkLst>
            <pc:docMk/>
            <pc:sldMk cId="1763141786" sldId="264"/>
            <ac:spMk id="2100" creationId="{39B1ED23-C33E-4253-25F8-477164F822C9}"/>
          </ac:spMkLst>
        </pc:spChg>
        <pc:spChg chg="add mod">
          <ac:chgData name="성욱 진" userId="f47a80d7871cb125" providerId="LiveId" clId="{FDCBA572-350E-4C39-BF59-3626AC33FF79}" dt="2026-03-16T02:55:36.498" v="1313" actId="164"/>
          <ac:spMkLst>
            <pc:docMk/>
            <pc:sldMk cId="1763141786" sldId="264"/>
            <ac:spMk id="2101" creationId="{CF9548D7-74B1-1906-F8E1-E6973351AAEE}"/>
          </ac:spMkLst>
        </pc:spChg>
        <pc:spChg chg="add mod">
          <ac:chgData name="성욱 진" userId="f47a80d7871cb125" providerId="LiveId" clId="{FDCBA572-350E-4C39-BF59-3626AC33FF79}" dt="2026-03-16T02:55:36.498" v="1313" actId="164"/>
          <ac:spMkLst>
            <pc:docMk/>
            <pc:sldMk cId="1763141786" sldId="264"/>
            <ac:spMk id="2102" creationId="{6871A280-23D4-87B5-4016-012BA0ADD199}"/>
          </ac:spMkLst>
        </pc:spChg>
        <pc:spChg chg="add mod">
          <ac:chgData name="성욱 진" userId="f47a80d7871cb125" providerId="LiveId" clId="{FDCBA572-350E-4C39-BF59-3626AC33FF79}" dt="2026-03-16T03:00:09.729" v="1538" actId="12788"/>
          <ac:spMkLst>
            <pc:docMk/>
            <pc:sldMk cId="1763141786" sldId="264"/>
            <ac:spMk id="2108" creationId="{2979E47E-62FD-6630-17F8-6198555E0418}"/>
          </ac:spMkLst>
        </pc:spChg>
        <pc:spChg chg="add mod">
          <ac:chgData name="성욱 진" userId="f47a80d7871cb125" providerId="LiveId" clId="{FDCBA572-350E-4C39-BF59-3626AC33FF79}" dt="2026-03-16T03:00:09.729" v="1538" actId="12788"/>
          <ac:spMkLst>
            <pc:docMk/>
            <pc:sldMk cId="1763141786" sldId="264"/>
            <ac:spMk id="2109" creationId="{7F234E98-45AC-D00B-3F74-1541F581324A}"/>
          </ac:spMkLst>
        </pc:spChg>
        <pc:spChg chg="add mod">
          <ac:chgData name="성욱 진" userId="f47a80d7871cb125" providerId="LiveId" clId="{FDCBA572-350E-4C39-BF59-3626AC33FF79}" dt="2026-03-16T02:57:51.162" v="1461" actId="20577"/>
          <ac:spMkLst>
            <pc:docMk/>
            <pc:sldMk cId="1763141786" sldId="264"/>
            <ac:spMk id="2110" creationId="{334AF8A6-404C-0D53-82A2-B124BDABF897}"/>
          </ac:spMkLst>
        </pc:spChg>
        <pc:spChg chg="add del mod">
          <ac:chgData name="성욱 진" userId="f47a80d7871cb125" providerId="LiveId" clId="{FDCBA572-350E-4C39-BF59-3626AC33FF79}" dt="2026-03-16T02:57:55.158" v="1463" actId="478"/>
          <ac:spMkLst>
            <pc:docMk/>
            <pc:sldMk cId="1763141786" sldId="264"/>
            <ac:spMk id="2111" creationId="{E8DC9646-C186-738E-4836-E43AC3C2A506}"/>
          </ac:spMkLst>
        </pc:spChg>
        <pc:spChg chg="add del mod">
          <ac:chgData name="성욱 진" userId="f47a80d7871cb125" providerId="LiveId" clId="{FDCBA572-350E-4C39-BF59-3626AC33FF79}" dt="2026-03-16T02:57:55.158" v="1463" actId="478"/>
          <ac:spMkLst>
            <pc:docMk/>
            <pc:sldMk cId="1763141786" sldId="264"/>
            <ac:spMk id="2112" creationId="{E77F0F1A-0EE6-263D-CEAB-67E688B07B9D}"/>
          </ac:spMkLst>
        </pc:spChg>
        <pc:spChg chg="add mod">
          <ac:chgData name="성욱 진" userId="f47a80d7871cb125" providerId="LiveId" clId="{FDCBA572-350E-4C39-BF59-3626AC33FF79}" dt="2026-03-16T03:00:29.683" v="1542" actId="1076"/>
          <ac:spMkLst>
            <pc:docMk/>
            <pc:sldMk cId="1763141786" sldId="264"/>
            <ac:spMk id="2113" creationId="{193C805C-1CBD-5C35-D94F-8B9D25A00F28}"/>
          </ac:spMkLst>
        </pc:spChg>
        <pc:spChg chg="add mod">
          <ac:chgData name="성욱 진" userId="f47a80d7871cb125" providerId="LiveId" clId="{FDCBA572-350E-4C39-BF59-3626AC33FF79}" dt="2026-03-16T03:54:57.792" v="1578"/>
          <ac:spMkLst>
            <pc:docMk/>
            <pc:sldMk cId="1763141786" sldId="264"/>
            <ac:spMk id="2114" creationId="{FE5D68BF-80D3-FCCA-9C32-4033B9D83F72}"/>
          </ac:spMkLst>
        </pc:spChg>
        <pc:spChg chg="add mod">
          <ac:chgData name="성욱 진" userId="f47a80d7871cb125" providerId="LiveId" clId="{FDCBA572-350E-4C39-BF59-3626AC33FF79}" dt="2026-03-16T03:54:57.792" v="1578"/>
          <ac:spMkLst>
            <pc:docMk/>
            <pc:sldMk cId="1763141786" sldId="264"/>
            <ac:spMk id="2115" creationId="{79035D78-947E-7E47-997E-2B9685ECD05C}"/>
          </ac:spMkLst>
        </pc:spChg>
        <pc:spChg chg="add mod">
          <ac:chgData name="성욱 진" userId="f47a80d7871cb125" providerId="LiveId" clId="{FDCBA572-350E-4C39-BF59-3626AC33FF79}" dt="2026-03-16T03:54:57.792" v="1578"/>
          <ac:spMkLst>
            <pc:docMk/>
            <pc:sldMk cId="1763141786" sldId="264"/>
            <ac:spMk id="2116" creationId="{65B32E5B-065F-0618-2863-8C3E082CA2B4}"/>
          </ac:spMkLst>
        </pc:spChg>
        <pc:spChg chg="add mod">
          <ac:chgData name="성욱 진" userId="f47a80d7871cb125" providerId="LiveId" clId="{FDCBA572-350E-4C39-BF59-3626AC33FF79}" dt="2026-03-16T03:54:57.792" v="1578"/>
          <ac:spMkLst>
            <pc:docMk/>
            <pc:sldMk cId="1763141786" sldId="264"/>
            <ac:spMk id="2117" creationId="{6419011C-D2C8-FFEC-680A-D4AB6BB5E7AB}"/>
          </ac:spMkLst>
        </pc:spChg>
        <pc:spChg chg="add mod">
          <ac:chgData name="성욱 진" userId="f47a80d7871cb125" providerId="LiveId" clId="{FDCBA572-350E-4C39-BF59-3626AC33FF79}" dt="2026-03-16T03:54:57.792" v="1578"/>
          <ac:spMkLst>
            <pc:docMk/>
            <pc:sldMk cId="1763141786" sldId="264"/>
            <ac:spMk id="2119" creationId="{12A9D5B0-7B87-C62B-518F-4292B1FEE9BD}"/>
          </ac:spMkLst>
        </pc:spChg>
        <pc:grpChg chg="add mod">
          <ac:chgData name="성욱 진" userId="f47a80d7871cb125" providerId="LiveId" clId="{FDCBA572-350E-4C39-BF59-3626AC33FF79}" dt="2026-03-16T02:50:41.489" v="1173" actId="1076"/>
          <ac:grpSpMkLst>
            <pc:docMk/>
            <pc:sldMk cId="1763141786" sldId="264"/>
            <ac:grpSpMk id="9" creationId="{81B136B1-65DD-B3E3-3E76-908795670084}"/>
          </ac:grpSpMkLst>
        </pc:grpChg>
        <pc:grpChg chg="mod">
          <ac:chgData name="성욱 진" userId="f47a80d7871cb125" providerId="LiveId" clId="{FDCBA572-350E-4C39-BF59-3626AC33FF79}" dt="2026-03-16T02:52:02.954" v="1190" actId="1076"/>
          <ac:grpSpMkLst>
            <pc:docMk/>
            <pc:sldMk cId="1763141786" sldId="264"/>
            <ac:grpSpMk id="39" creationId="{1692363B-1796-0C6E-EA90-C0860A38D6E6}"/>
          </ac:grpSpMkLst>
        </pc:grpChg>
        <pc:grpChg chg="mod">
          <ac:chgData name="성욱 진" userId="f47a80d7871cb125" providerId="LiveId" clId="{FDCBA572-350E-4C39-BF59-3626AC33FF79}" dt="2026-03-16T02:52:18.808" v="1196" actId="1076"/>
          <ac:grpSpMkLst>
            <pc:docMk/>
            <pc:sldMk cId="1763141786" sldId="264"/>
            <ac:grpSpMk id="48" creationId="{9569AF52-6FFB-6243-2AE6-D2B4AA4440B3}"/>
          </ac:grpSpMkLst>
        </pc:grpChg>
        <pc:grpChg chg="mod">
          <ac:chgData name="성욱 진" userId="f47a80d7871cb125" providerId="LiveId" clId="{FDCBA572-350E-4C39-BF59-3626AC33FF79}" dt="2026-03-16T02:52:41.998" v="1200" actId="1076"/>
          <ac:grpSpMkLst>
            <pc:docMk/>
            <pc:sldMk cId="1763141786" sldId="264"/>
            <ac:grpSpMk id="53" creationId="{6CFF048B-5E08-567D-04AF-7198006BAF80}"/>
          </ac:grpSpMkLst>
        </pc:grpChg>
        <pc:grpChg chg="mod">
          <ac:chgData name="성욱 진" userId="f47a80d7871cb125" providerId="LiveId" clId="{FDCBA572-350E-4C39-BF59-3626AC33FF79}" dt="2026-03-16T02:52:41.998" v="1200" actId="1076"/>
          <ac:grpSpMkLst>
            <pc:docMk/>
            <pc:sldMk cId="1763141786" sldId="264"/>
            <ac:grpSpMk id="54" creationId="{6765EB3A-04EE-A850-65FB-242BF3E20070}"/>
          </ac:grpSpMkLst>
        </pc:grpChg>
        <pc:grpChg chg="mod ord">
          <ac:chgData name="성욱 진" userId="f47a80d7871cb125" providerId="LiveId" clId="{FDCBA572-350E-4C39-BF59-3626AC33FF79}" dt="2026-03-16T02:58:20.332" v="1504" actId="1076"/>
          <ac:grpSpMkLst>
            <pc:docMk/>
            <pc:sldMk cId="1763141786" sldId="264"/>
            <ac:grpSpMk id="2063" creationId="{529B5371-2EF7-FA8E-8C13-C042CAAFFB21}"/>
          </ac:grpSpMkLst>
        </pc:grpChg>
        <pc:grpChg chg="add mod">
          <ac:chgData name="성욱 진" userId="f47a80d7871cb125" providerId="LiveId" clId="{FDCBA572-350E-4C39-BF59-3626AC33FF79}" dt="2026-03-16T02:55:30.594" v="1309" actId="164"/>
          <ac:grpSpMkLst>
            <pc:docMk/>
            <pc:sldMk cId="1763141786" sldId="264"/>
            <ac:grpSpMk id="2103" creationId="{B21B3060-8469-8FD9-F348-FFA8B6FCDDFE}"/>
          </ac:grpSpMkLst>
        </pc:grpChg>
        <pc:grpChg chg="add mod">
          <ac:chgData name="성욱 진" userId="f47a80d7871cb125" providerId="LiveId" clId="{FDCBA572-350E-4C39-BF59-3626AC33FF79}" dt="2026-03-16T02:55:42.318" v="1314" actId="465"/>
          <ac:grpSpMkLst>
            <pc:docMk/>
            <pc:sldMk cId="1763141786" sldId="264"/>
            <ac:grpSpMk id="2104" creationId="{E49B8C75-8ED5-F333-5529-9F456DE5450D}"/>
          </ac:grpSpMkLst>
        </pc:grpChg>
        <pc:grpChg chg="add mod">
          <ac:chgData name="성욱 진" userId="f47a80d7871cb125" providerId="LiveId" clId="{FDCBA572-350E-4C39-BF59-3626AC33FF79}" dt="2026-03-16T02:55:42.318" v="1314" actId="465"/>
          <ac:grpSpMkLst>
            <pc:docMk/>
            <pc:sldMk cId="1763141786" sldId="264"/>
            <ac:grpSpMk id="2105" creationId="{549C4838-8C0B-8ED6-5C1E-8997818ABB11}"/>
          </ac:grpSpMkLst>
        </pc:grpChg>
        <pc:grpChg chg="add mod">
          <ac:chgData name="성욱 진" userId="f47a80d7871cb125" providerId="LiveId" clId="{FDCBA572-350E-4C39-BF59-3626AC33FF79}" dt="2026-03-16T02:55:42.318" v="1314" actId="465"/>
          <ac:grpSpMkLst>
            <pc:docMk/>
            <pc:sldMk cId="1763141786" sldId="264"/>
            <ac:grpSpMk id="2106" creationId="{CEA0A4CF-137B-D939-72BF-8DC72F013A8F}"/>
          </ac:grpSpMkLst>
        </pc:grpChg>
        <pc:grpChg chg="add mod">
          <ac:chgData name="성욱 진" userId="f47a80d7871cb125" providerId="LiveId" clId="{FDCBA572-350E-4C39-BF59-3626AC33FF79}" dt="2026-03-16T02:55:36.498" v="1313" actId="164"/>
          <ac:grpSpMkLst>
            <pc:docMk/>
            <pc:sldMk cId="1763141786" sldId="264"/>
            <ac:grpSpMk id="2107" creationId="{5D6153C3-776D-9B7D-5FAB-98A8050A0BAE}"/>
          </ac:grpSpMkLst>
        </pc:grpChg>
        <pc:picChg chg="del mod ord">
          <ac:chgData name="성욱 진" userId="f47a80d7871cb125" providerId="LiveId" clId="{FDCBA572-350E-4C39-BF59-3626AC33FF79}" dt="2026-03-16T03:54:57.497" v="1577" actId="478"/>
          <ac:picMkLst>
            <pc:docMk/>
            <pc:sldMk cId="1763141786" sldId="264"/>
            <ac:picMk id="22" creationId="{9FC8241E-A9A0-3FCD-4FBB-528B6F05D096}"/>
          </ac:picMkLst>
        </pc:picChg>
        <pc:picChg chg="mod">
          <ac:chgData name="성욱 진" userId="f47a80d7871cb125" providerId="LiveId" clId="{FDCBA572-350E-4C39-BF59-3626AC33FF79}" dt="2026-03-16T02:51:37.224" v="1185" actId="1076"/>
          <ac:picMkLst>
            <pc:docMk/>
            <pc:sldMk cId="1763141786" sldId="264"/>
            <ac:picMk id="2052" creationId="{3E4A89E1-2D34-1D96-A8AA-85AC1B5C2070}"/>
          </ac:picMkLst>
        </pc:picChg>
        <pc:picChg chg="add mod">
          <ac:chgData name="성욱 진" userId="f47a80d7871cb125" providerId="LiveId" clId="{FDCBA572-350E-4C39-BF59-3626AC33FF79}" dt="2026-03-16T03:55:02.436" v="1579" actId="1076"/>
          <ac:picMkLst>
            <pc:docMk/>
            <pc:sldMk cId="1763141786" sldId="264"/>
            <ac:picMk id="2118" creationId="{8AA6F638-3E18-775E-DA47-BEA8F00E55FC}"/>
          </ac:picMkLst>
        </pc:picChg>
      </pc:sldChg>
      <pc:sldChg chg="addSp delSp modSp add mod ord">
        <pc:chgData name="성욱 진" userId="f47a80d7871cb125" providerId="LiveId" clId="{FDCBA572-350E-4C39-BF59-3626AC33FF79}" dt="2026-03-16T03:59:01.387" v="1880" actId="21"/>
        <pc:sldMkLst>
          <pc:docMk/>
          <pc:sldMk cId="242080721" sldId="265"/>
        </pc:sldMkLst>
        <pc:spChg chg="mod">
          <ac:chgData name="성욱 진" userId="f47a80d7871cb125" providerId="LiveId" clId="{FDCBA572-350E-4C39-BF59-3626AC33FF79}" dt="2026-03-16T03:00:53.865" v="1561" actId="20577"/>
          <ac:spMkLst>
            <pc:docMk/>
            <pc:sldMk cId="242080721" sldId="265"/>
            <ac:spMk id="2" creationId="{89E13F25-C8B6-79F3-F643-C722FEF8C130}"/>
          </ac:spMkLst>
        </pc:spChg>
        <pc:spChg chg="del">
          <ac:chgData name="성욱 진" userId="f47a80d7871cb125" providerId="LiveId" clId="{FDCBA572-350E-4C39-BF59-3626AC33FF79}" dt="2026-03-16T03:55:23.541" v="1580" actId="478"/>
          <ac:spMkLst>
            <pc:docMk/>
            <pc:sldMk cId="242080721" sldId="265"/>
            <ac:spMk id="3" creationId="{393C2D0D-2EA1-78EE-4CF5-DCC4DB13AB07}"/>
          </ac:spMkLst>
        </pc:spChg>
        <pc:spChg chg="add mod">
          <ac:chgData name="성욱 진" userId="f47a80d7871cb125" providerId="LiveId" clId="{FDCBA572-350E-4C39-BF59-3626AC33FF79}" dt="2026-03-16T03:54:47.144" v="1575"/>
          <ac:spMkLst>
            <pc:docMk/>
            <pc:sldMk cId="242080721" sldId="265"/>
            <ac:spMk id="4" creationId="{EA452AB9-9AD1-AFF4-2DC2-14B7E48C9CE5}"/>
          </ac:spMkLst>
        </pc:spChg>
        <pc:spChg chg="add mod">
          <ac:chgData name="성욱 진" userId="f47a80d7871cb125" providerId="LiveId" clId="{FDCBA572-350E-4C39-BF59-3626AC33FF79}" dt="2026-03-16T03:54:47.144" v="1575"/>
          <ac:spMkLst>
            <pc:docMk/>
            <pc:sldMk cId="242080721" sldId="265"/>
            <ac:spMk id="5" creationId="{4F46C480-80B1-AF94-8F76-D06646BC8F54}"/>
          </ac:spMkLst>
        </pc:spChg>
        <pc:spChg chg="del">
          <ac:chgData name="성욱 진" userId="f47a80d7871cb125" providerId="LiveId" clId="{FDCBA572-350E-4C39-BF59-3626AC33FF79}" dt="2026-03-16T03:54:46.511" v="1574" actId="478"/>
          <ac:spMkLst>
            <pc:docMk/>
            <pc:sldMk cId="242080721" sldId="265"/>
            <ac:spMk id="8" creationId="{CFEF1FEC-2022-3FFC-039E-BD055C1FD145}"/>
          </ac:spMkLst>
        </pc:spChg>
        <pc:spChg chg="add mod">
          <ac:chgData name="성욱 진" userId="f47a80d7871cb125" providerId="LiveId" clId="{FDCBA572-350E-4C39-BF59-3626AC33FF79}" dt="2026-03-16T03:54:47.144" v="1575"/>
          <ac:spMkLst>
            <pc:docMk/>
            <pc:sldMk cId="242080721" sldId="265"/>
            <ac:spMk id="9" creationId="{3B666BCD-C63B-F24F-4EA1-447FE57FB6B0}"/>
          </ac:spMkLst>
        </pc:spChg>
        <pc:spChg chg="add mod">
          <ac:chgData name="성욱 진" userId="f47a80d7871cb125" providerId="LiveId" clId="{FDCBA572-350E-4C39-BF59-3626AC33FF79}" dt="2026-03-16T03:54:47.144" v="1575"/>
          <ac:spMkLst>
            <pc:docMk/>
            <pc:sldMk cId="242080721" sldId="265"/>
            <ac:spMk id="10" creationId="{13C9AFD9-4E43-5922-2D9A-0EAE3AE0603E}"/>
          </ac:spMkLst>
        </pc:spChg>
        <pc:spChg chg="add mod">
          <ac:chgData name="성욱 진" userId="f47a80d7871cb125" providerId="LiveId" clId="{FDCBA572-350E-4C39-BF59-3626AC33FF79}" dt="2026-03-16T03:54:47.144" v="1575"/>
          <ac:spMkLst>
            <pc:docMk/>
            <pc:sldMk cId="242080721" sldId="265"/>
            <ac:spMk id="12" creationId="{F4D30DF5-9326-AAD8-FC39-042973222CD0}"/>
          </ac:spMkLst>
        </pc:spChg>
        <pc:spChg chg="del">
          <ac:chgData name="성욱 진" userId="f47a80d7871cb125" providerId="LiveId" clId="{FDCBA572-350E-4C39-BF59-3626AC33FF79}" dt="2026-03-16T03:54:46.511" v="1574" actId="478"/>
          <ac:spMkLst>
            <pc:docMk/>
            <pc:sldMk cId="242080721" sldId="265"/>
            <ac:spMk id="13" creationId="{2FFADF57-BF7C-787E-CF79-06C52F738F74}"/>
          </ac:spMkLst>
        </pc:spChg>
        <pc:spChg chg="del">
          <ac:chgData name="성욱 진" userId="f47a80d7871cb125" providerId="LiveId" clId="{FDCBA572-350E-4C39-BF59-3626AC33FF79}" dt="2026-03-16T03:54:46.511" v="1574" actId="478"/>
          <ac:spMkLst>
            <pc:docMk/>
            <pc:sldMk cId="242080721" sldId="265"/>
            <ac:spMk id="14" creationId="{E7DA2FAC-438A-002F-5468-48488AEC77FD}"/>
          </ac:spMkLst>
        </pc:spChg>
        <pc:spChg chg="del">
          <ac:chgData name="성욱 진" userId="f47a80d7871cb125" providerId="LiveId" clId="{FDCBA572-350E-4C39-BF59-3626AC33FF79}" dt="2026-03-16T03:54:46.511" v="1574" actId="478"/>
          <ac:spMkLst>
            <pc:docMk/>
            <pc:sldMk cId="242080721" sldId="265"/>
            <ac:spMk id="15" creationId="{750BBC23-89E0-6379-A621-5F20B3053DF0}"/>
          </ac:spMkLst>
        </pc:spChg>
        <pc:spChg chg="add mod">
          <ac:chgData name="성욱 진" userId="f47a80d7871cb125" providerId="LiveId" clId="{FDCBA572-350E-4C39-BF59-3626AC33FF79}" dt="2026-03-16T03:56:04.187" v="1621" actId="571"/>
          <ac:spMkLst>
            <pc:docMk/>
            <pc:sldMk cId="242080721" sldId="265"/>
            <ac:spMk id="16" creationId="{1802083A-7403-E282-B838-A5EE6F6D1000}"/>
          </ac:spMkLst>
        </pc:spChg>
        <pc:spChg chg="add mod">
          <ac:chgData name="성욱 진" userId="f47a80d7871cb125" providerId="LiveId" clId="{FDCBA572-350E-4C39-BF59-3626AC33FF79}" dt="2026-03-16T03:56:06.588" v="1623" actId="571"/>
          <ac:spMkLst>
            <pc:docMk/>
            <pc:sldMk cId="242080721" sldId="265"/>
            <ac:spMk id="17" creationId="{825C6FD8-8F64-07CD-2FB4-1A5D4FFA7759}"/>
          </ac:spMkLst>
        </pc:spChg>
        <pc:spChg chg="del">
          <ac:chgData name="성욱 진" userId="f47a80d7871cb125" providerId="LiveId" clId="{FDCBA572-350E-4C39-BF59-3626AC33FF79}" dt="2026-03-16T03:54:46.511" v="1574" actId="478"/>
          <ac:spMkLst>
            <pc:docMk/>
            <pc:sldMk cId="242080721" sldId="265"/>
            <ac:spMk id="18" creationId="{9ECCE426-6D2A-88CD-5BD8-BF7214FE5EE7}"/>
          </ac:spMkLst>
        </pc:spChg>
        <pc:spChg chg="del mod">
          <ac:chgData name="성욱 진" userId="f47a80d7871cb125" providerId="LiveId" clId="{FDCBA572-350E-4C39-BF59-3626AC33FF79}" dt="2026-03-16T03:59:01.387" v="1880" actId="21"/>
          <ac:spMkLst>
            <pc:docMk/>
            <pc:sldMk cId="242080721" sldId="265"/>
            <ac:spMk id="19" creationId="{ED319B36-54E6-502D-D0D5-B50F585339D3}"/>
          </ac:spMkLst>
        </pc:spChg>
        <pc:spChg chg="del mod">
          <ac:chgData name="성욱 진" userId="f47a80d7871cb125" providerId="LiveId" clId="{FDCBA572-350E-4C39-BF59-3626AC33FF79}" dt="2026-03-16T03:59:01.387" v="1880" actId="21"/>
          <ac:spMkLst>
            <pc:docMk/>
            <pc:sldMk cId="242080721" sldId="265"/>
            <ac:spMk id="20" creationId="{754A2D15-9CA8-0111-ABDD-3AEE5EC527DE}"/>
          </ac:spMkLst>
        </pc:spChg>
        <pc:spChg chg="add mod">
          <ac:chgData name="성욱 진" userId="f47a80d7871cb125" providerId="LiveId" clId="{FDCBA572-350E-4C39-BF59-3626AC33FF79}" dt="2026-03-16T03:56:06.588" v="1623" actId="571"/>
          <ac:spMkLst>
            <pc:docMk/>
            <pc:sldMk cId="242080721" sldId="265"/>
            <ac:spMk id="21" creationId="{F7BF6CC8-9603-05D9-DD20-0EA48A59192B}"/>
          </ac:spMkLst>
        </pc:spChg>
        <pc:spChg chg="mod">
          <ac:chgData name="성욱 진" userId="f47a80d7871cb125" providerId="LiveId" clId="{FDCBA572-350E-4C39-BF59-3626AC33FF79}" dt="2026-03-16T03:57:48.777" v="1771" actId="14100"/>
          <ac:spMkLst>
            <pc:docMk/>
            <pc:sldMk cId="242080721" sldId="265"/>
            <ac:spMk id="23" creationId="{3A1B1847-978E-922D-D33B-AF1F1FD2CE08}"/>
          </ac:spMkLst>
        </pc:spChg>
        <pc:spChg chg="mod">
          <ac:chgData name="성욱 진" userId="f47a80d7871cb125" providerId="LiveId" clId="{FDCBA572-350E-4C39-BF59-3626AC33FF79}" dt="2026-03-16T03:55:46.824" v="1598" actId="20577"/>
          <ac:spMkLst>
            <pc:docMk/>
            <pc:sldMk cId="242080721" sldId="265"/>
            <ac:spMk id="24" creationId="{6DE5FC2A-2FC9-3C4D-D7F6-BC167F1AD2F5}"/>
          </ac:spMkLst>
        </pc:spChg>
        <pc:spChg chg="add del mod">
          <ac:chgData name="성욱 진" userId="f47a80d7871cb125" providerId="LiveId" clId="{FDCBA572-350E-4C39-BF59-3626AC33FF79}" dt="2026-03-16T03:56:27.196" v="1631" actId="478"/>
          <ac:spMkLst>
            <pc:docMk/>
            <pc:sldMk cId="242080721" sldId="265"/>
            <ac:spMk id="25" creationId="{8A644DDA-14E9-3D07-9222-D196E87CCE53}"/>
          </ac:spMkLst>
        </pc:spChg>
        <pc:spChg chg="add mod">
          <ac:chgData name="성욱 진" userId="f47a80d7871cb125" providerId="LiveId" clId="{FDCBA572-350E-4C39-BF59-3626AC33FF79}" dt="2026-03-16T03:56:58.912" v="1676" actId="20577"/>
          <ac:spMkLst>
            <pc:docMk/>
            <pc:sldMk cId="242080721" sldId="265"/>
            <ac:spMk id="26" creationId="{EAC427F4-EB28-66AC-71C4-FACB2AEBDEF9}"/>
          </ac:spMkLst>
        </pc:spChg>
        <pc:spChg chg="add mod">
          <ac:chgData name="성욱 진" userId="f47a80d7871cb125" providerId="LiveId" clId="{FDCBA572-350E-4C39-BF59-3626AC33FF79}" dt="2026-03-16T03:57:02.642" v="1678" actId="571"/>
          <ac:spMkLst>
            <pc:docMk/>
            <pc:sldMk cId="242080721" sldId="265"/>
            <ac:spMk id="27" creationId="{B7BE10F1-E81A-A513-A381-F2244BC91E6A}"/>
          </ac:spMkLst>
        </pc:spChg>
        <pc:spChg chg="add mod">
          <ac:chgData name="성욱 진" userId="f47a80d7871cb125" providerId="LiveId" clId="{FDCBA572-350E-4C39-BF59-3626AC33FF79}" dt="2026-03-16T03:57:02.642" v="1678" actId="571"/>
          <ac:spMkLst>
            <pc:docMk/>
            <pc:sldMk cId="242080721" sldId="265"/>
            <ac:spMk id="28" creationId="{8DA515F8-FA5A-A492-6459-DEB4943A8468}"/>
          </ac:spMkLst>
        </pc:spChg>
        <pc:spChg chg="add mod">
          <ac:chgData name="성욱 진" userId="f47a80d7871cb125" providerId="LiveId" clId="{FDCBA572-350E-4C39-BF59-3626AC33FF79}" dt="2026-03-16T03:57:02.642" v="1678" actId="571"/>
          <ac:spMkLst>
            <pc:docMk/>
            <pc:sldMk cId="242080721" sldId="265"/>
            <ac:spMk id="29" creationId="{FAC4F632-E12A-C695-3580-68FA610240C5}"/>
          </ac:spMkLst>
        </pc:spChg>
        <pc:spChg chg="add mod">
          <ac:chgData name="성욱 진" userId="f47a80d7871cb125" providerId="LiveId" clId="{FDCBA572-350E-4C39-BF59-3626AC33FF79}" dt="2026-03-16T03:57:15.544" v="1695" actId="20577"/>
          <ac:spMkLst>
            <pc:docMk/>
            <pc:sldMk cId="242080721" sldId="265"/>
            <ac:spMk id="30" creationId="{7A82AC93-FCEB-BE54-7904-5D01ECE64F3F}"/>
          </ac:spMkLst>
        </pc:spChg>
        <pc:spChg chg="add mod">
          <ac:chgData name="성욱 진" userId="f47a80d7871cb125" providerId="LiveId" clId="{FDCBA572-350E-4C39-BF59-3626AC33FF79}" dt="2026-03-16T03:57:19.930" v="1719" actId="20577"/>
          <ac:spMkLst>
            <pc:docMk/>
            <pc:sldMk cId="242080721" sldId="265"/>
            <ac:spMk id="31" creationId="{C7E522A1-0D58-F75F-AE6D-0A7D70294DCB}"/>
          </ac:spMkLst>
        </pc:spChg>
        <pc:spChg chg="mod">
          <ac:chgData name="성욱 진" userId="f47a80d7871cb125" providerId="LiveId" clId="{FDCBA572-350E-4C39-BF59-3626AC33FF79}" dt="2026-03-16T03:56:45.566" v="1637" actId="1076"/>
          <ac:spMkLst>
            <pc:docMk/>
            <pc:sldMk cId="242080721" sldId="265"/>
            <ac:spMk id="32" creationId="{113F5D38-ABAB-0427-8924-E579BFF3A5E8}"/>
          </ac:spMkLst>
        </pc:spChg>
        <pc:spChg chg="add mod">
          <ac:chgData name="성욱 진" userId="f47a80d7871cb125" providerId="LiveId" clId="{FDCBA572-350E-4C39-BF59-3626AC33FF79}" dt="2026-03-16T03:57:32.143" v="1740" actId="20577"/>
          <ac:spMkLst>
            <pc:docMk/>
            <pc:sldMk cId="242080721" sldId="265"/>
            <ac:spMk id="34" creationId="{FD7CE48E-88BA-0AC9-0A46-C18A4CB6674F}"/>
          </ac:spMkLst>
        </pc:spChg>
        <pc:spChg chg="add mod">
          <ac:chgData name="성욱 진" userId="f47a80d7871cb125" providerId="LiveId" clId="{FDCBA572-350E-4C39-BF59-3626AC33FF79}" dt="2026-03-16T03:57:38.698" v="1768" actId="20577"/>
          <ac:spMkLst>
            <pc:docMk/>
            <pc:sldMk cId="242080721" sldId="265"/>
            <ac:spMk id="35" creationId="{4F860B6C-C10C-B731-3391-D209BAE50D64}"/>
          </ac:spMkLst>
        </pc:spChg>
        <pc:spChg chg="add mod">
          <ac:chgData name="성욱 진" userId="f47a80d7871cb125" providerId="LiveId" clId="{FDCBA572-350E-4C39-BF59-3626AC33FF79}" dt="2026-03-16T03:57:44.984" v="1770" actId="1076"/>
          <ac:spMkLst>
            <pc:docMk/>
            <pc:sldMk cId="242080721" sldId="265"/>
            <ac:spMk id="36" creationId="{9D76D347-3604-0465-9617-489DCFE3F01D}"/>
          </ac:spMkLst>
        </pc:spChg>
        <pc:spChg chg="add mod">
          <ac:chgData name="성욱 진" userId="f47a80d7871cb125" providerId="LiveId" clId="{FDCBA572-350E-4C39-BF59-3626AC33FF79}" dt="2026-03-16T03:58:06.741" v="1779" actId="20577"/>
          <ac:spMkLst>
            <pc:docMk/>
            <pc:sldMk cId="242080721" sldId="265"/>
            <ac:spMk id="37" creationId="{43AA60EF-2F59-EBA0-B4D7-7B6B4068CE23}"/>
          </ac:spMkLst>
        </pc:spChg>
        <pc:spChg chg="del">
          <ac:chgData name="성욱 진" userId="f47a80d7871cb125" providerId="LiveId" clId="{FDCBA572-350E-4C39-BF59-3626AC33FF79}" dt="2026-03-16T03:55:23.541" v="1580" actId="478"/>
          <ac:spMkLst>
            <pc:docMk/>
            <pc:sldMk cId="242080721" sldId="265"/>
            <ac:spMk id="40" creationId="{40EE7F14-C74D-9F07-D316-61A58F84FE9C}"/>
          </ac:spMkLst>
        </pc:spChg>
        <pc:spChg chg="add mod">
          <ac:chgData name="성욱 진" userId="f47a80d7871cb125" providerId="LiveId" clId="{FDCBA572-350E-4C39-BF59-3626AC33FF79}" dt="2026-03-16T03:58:25.856" v="1796" actId="20577"/>
          <ac:spMkLst>
            <pc:docMk/>
            <pc:sldMk cId="242080721" sldId="265"/>
            <ac:spMk id="41" creationId="{22AAE654-7106-B796-0E4B-D0847EE55F7E}"/>
          </ac:spMkLst>
        </pc:spChg>
        <pc:spChg chg="add mod">
          <ac:chgData name="성욱 진" userId="f47a80d7871cb125" providerId="LiveId" clId="{FDCBA572-350E-4C39-BF59-3626AC33FF79}" dt="2026-03-16T03:58:11.022" v="1780" actId="571"/>
          <ac:spMkLst>
            <pc:docMk/>
            <pc:sldMk cId="242080721" sldId="265"/>
            <ac:spMk id="43" creationId="{A341EC4E-1AD7-106A-7335-A674438045AE}"/>
          </ac:spMkLst>
        </pc:spChg>
        <pc:spChg chg="add mod">
          <ac:chgData name="성욱 진" userId="f47a80d7871cb125" providerId="LiveId" clId="{FDCBA572-350E-4C39-BF59-3626AC33FF79}" dt="2026-03-16T03:58:33.643" v="1814" actId="20577"/>
          <ac:spMkLst>
            <pc:docMk/>
            <pc:sldMk cId="242080721" sldId="265"/>
            <ac:spMk id="55" creationId="{629DD610-464A-9F76-F4B6-D7D2DA8C6134}"/>
          </ac:spMkLst>
        </pc:spChg>
        <pc:spChg chg="add mod">
          <ac:chgData name="성욱 진" userId="f47a80d7871cb125" providerId="LiveId" clId="{FDCBA572-350E-4C39-BF59-3626AC33FF79}" dt="2026-03-16T03:58:27.815" v="1797" actId="1076"/>
          <ac:spMkLst>
            <pc:docMk/>
            <pc:sldMk cId="242080721" sldId="265"/>
            <ac:spMk id="56" creationId="{C59287A8-B500-E704-50E7-71EB4D9B20B0}"/>
          </ac:spMkLst>
        </pc:spChg>
        <pc:spChg chg="add mod">
          <ac:chgData name="성욱 진" userId="f47a80d7871cb125" providerId="LiveId" clId="{FDCBA572-350E-4C39-BF59-3626AC33FF79}" dt="2026-03-16T03:58:40.153" v="1832" actId="20577"/>
          <ac:spMkLst>
            <pc:docMk/>
            <pc:sldMk cId="242080721" sldId="265"/>
            <ac:spMk id="57" creationId="{7799F0B2-C4BE-26C9-F481-FA1AA74C9F42}"/>
          </ac:spMkLst>
        </pc:spChg>
        <pc:spChg chg="add mod">
          <ac:chgData name="성욱 진" userId="f47a80d7871cb125" providerId="LiveId" clId="{FDCBA572-350E-4C39-BF59-3626AC33FF79}" dt="2026-03-16T03:58:48.643" v="1877" actId="20577"/>
          <ac:spMkLst>
            <pc:docMk/>
            <pc:sldMk cId="242080721" sldId="265"/>
            <ac:spMk id="58" creationId="{55C04979-493F-A6D1-1B8E-F3210B9B3FFE}"/>
          </ac:spMkLst>
        </pc:spChg>
        <pc:spChg chg="add mod">
          <ac:chgData name="성욱 진" userId="f47a80d7871cb125" providerId="LiveId" clId="{FDCBA572-350E-4C39-BF59-3626AC33FF79}" dt="2026-03-16T03:58:57.907" v="1879"/>
          <ac:spMkLst>
            <pc:docMk/>
            <pc:sldMk cId="242080721" sldId="265"/>
            <ac:spMk id="59" creationId="{AC536326-2BE7-A17D-B812-6606408E5E8E}"/>
          </ac:spMkLst>
        </pc:spChg>
        <pc:spChg chg="add mod">
          <ac:chgData name="성욱 진" userId="f47a80d7871cb125" providerId="LiveId" clId="{FDCBA572-350E-4C39-BF59-3626AC33FF79}" dt="2026-03-16T03:58:57.907" v="1879"/>
          <ac:spMkLst>
            <pc:docMk/>
            <pc:sldMk cId="242080721" sldId="265"/>
            <ac:spMk id="60" creationId="{7B5E22D5-B9C9-C712-FF32-F361B9CDF674}"/>
          </ac:spMkLst>
        </pc:spChg>
        <pc:spChg chg="del">
          <ac:chgData name="성욱 진" userId="f47a80d7871cb125" providerId="LiveId" clId="{FDCBA572-350E-4C39-BF59-3626AC33FF79}" dt="2026-03-16T03:55:23.541" v="1580" actId="478"/>
          <ac:spMkLst>
            <pc:docMk/>
            <pc:sldMk cId="242080721" sldId="265"/>
            <ac:spMk id="2090" creationId="{6BF61C31-0842-7178-0D48-2A40DBFC6C3A}"/>
          </ac:spMkLst>
        </pc:spChg>
        <pc:spChg chg="del">
          <ac:chgData name="성욱 진" userId="f47a80d7871cb125" providerId="LiveId" clId="{FDCBA572-350E-4C39-BF59-3626AC33FF79}" dt="2026-03-16T03:55:23.541" v="1580" actId="478"/>
          <ac:spMkLst>
            <pc:docMk/>
            <pc:sldMk cId="242080721" sldId="265"/>
            <ac:spMk id="2091" creationId="{0B112E75-FDFD-9F2A-ED47-A36DE996188E}"/>
          </ac:spMkLst>
        </pc:spChg>
        <pc:spChg chg="del">
          <ac:chgData name="성욱 진" userId="f47a80d7871cb125" providerId="LiveId" clId="{FDCBA572-350E-4C39-BF59-3626AC33FF79}" dt="2026-03-16T03:55:23.541" v="1580" actId="478"/>
          <ac:spMkLst>
            <pc:docMk/>
            <pc:sldMk cId="242080721" sldId="265"/>
            <ac:spMk id="2092" creationId="{70B021AD-8FC9-ABED-4E05-528027C1978B}"/>
          </ac:spMkLst>
        </pc:spChg>
        <pc:spChg chg="del">
          <ac:chgData name="성욱 진" userId="f47a80d7871cb125" providerId="LiveId" clId="{FDCBA572-350E-4C39-BF59-3626AC33FF79}" dt="2026-03-16T03:55:23.541" v="1580" actId="478"/>
          <ac:spMkLst>
            <pc:docMk/>
            <pc:sldMk cId="242080721" sldId="265"/>
            <ac:spMk id="2108" creationId="{09556C7B-698F-795C-B5B9-CF971AA6852C}"/>
          </ac:spMkLst>
        </pc:spChg>
        <pc:spChg chg="del">
          <ac:chgData name="성욱 진" userId="f47a80d7871cb125" providerId="LiveId" clId="{FDCBA572-350E-4C39-BF59-3626AC33FF79}" dt="2026-03-16T03:55:23.541" v="1580" actId="478"/>
          <ac:spMkLst>
            <pc:docMk/>
            <pc:sldMk cId="242080721" sldId="265"/>
            <ac:spMk id="2109" creationId="{FD94AA98-9C30-C8D7-27DD-70A01C1511AE}"/>
          </ac:spMkLst>
        </pc:spChg>
        <pc:spChg chg="del">
          <ac:chgData name="성욱 진" userId="f47a80d7871cb125" providerId="LiveId" clId="{FDCBA572-350E-4C39-BF59-3626AC33FF79}" dt="2026-03-16T03:55:23.541" v="1580" actId="478"/>
          <ac:spMkLst>
            <pc:docMk/>
            <pc:sldMk cId="242080721" sldId="265"/>
            <ac:spMk id="2110" creationId="{9076B74B-325C-6E9B-3EB7-CFA00982E881}"/>
          </ac:spMkLst>
        </pc:spChg>
        <pc:spChg chg="del">
          <ac:chgData name="성욱 진" userId="f47a80d7871cb125" providerId="LiveId" clId="{FDCBA572-350E-4C39-BF59-3626AC33FF79}" dt="2026-03-16T03:55:23.541" v="1580" actId="478"/>
          <ac:spMkLst>
            <pc:docMk/>
            <pc:sldMk cId="242080721" sldId="265"/>
            <ac:spMk id="2113" creationId="{34698426-CC81-CACF-ADDE-946A2544EFF2}"/>
          </ac:spMkLst>
        </pc:spChg>
        <pc:grpChg chg="del">
          <ac:chgData name="성욱 진" userId="f47a80d7871cb125" providerId="LiveId" clId="{FDCBA572-350E-4C39-BF59-3626AC33FF79}" dt="2026-03-16T03:55:23.541" v="1580" actId="478"/>
          <ac:grpSpMkLst>
            <pc:docMk/>
            <pc:sldMk cId="242080721" sldId="265"/>
            <ac:grpSpMk id="2104" creationId="{E2A6702E-E8E0-E5EE-B42D-4BCBB6DBFC59}"/>
          </ac:grpSpMkLst>
        </pc:grpChg>
        <pc:picChg chg="add mod">
          <ac:chgData name="성욱 진" userId="f47a80d7871cb125" providerId="LiveId" clId="{FDCBA572-350E-4C39-BF59-3626AC33FF79}" dt="2026-03-16T03:54:51.779" v="1576" actId="1076"/>
          <ac:picMkLst>
            <pc:docMk/>
            <pc:sldMk cId="242080721" sldId="265"/>
            <ac:picMk id="11" creationId="{75ABB5E1-DD59-D2EC-1A5E-D9464FE84F45}"/>
          </ac:picMkLst>
        </pc:picChg>
        <pc:picChg chg="del mod ord">
          <ac:chgData name="성욱 진" userId="f47a80d7871cb125" providerId="LiveId" clId="{FDCBA572-350E-4C39-BF59-3626AC33FF79}" dt="2026-03-16T03:54:46.511" v="1574" actId="478"/>
          <ac:picMkLst>
            <pc:docMk/>
            <pc:sldMk cId="242080721" sldId="265"/>
            <ac:picMk id="22" creationId="{1B29090F-09B8-D699-FEF4-0B626A22675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09CCD3A-AEFA-40D6-9A05-5E50EDBF10FF}"/>
              </a:ext>
            </a:extLst>
          </p:cNvPr>
          <p:cNvCxnSpPr>
            <a:cxnSpLocks/>
          </p:cNvCxnSpPr>
          <p:nvPr userDrawn="1"/>
        </p:nvCxnSpPr>
        <p:spPr>
          <a:xfrm>
            <a:off x="650471" y="0"/>
            <a:ext cx="0" cy="6858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9222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121117D-B88A-4A41-89B1-ADE554ED215A}"/>
              </a:ext>
            </a:extLst>
          </p:cNvPr>
          <p:cNvCxnSpPr>
            <a:cxnSpLocks/>
          </p:cNvCxnSpPr>
          <p:nvPr userDrawn="1"/>
        </p:nvCxnSpPr>
        <p:spPr>
          <a:xfrm>
            <a:off x="548640" y="432262"/>
            <a:ext cx="798022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257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121117D-B88A-4A41-89B1-ADE554ED215A}"/>
              </a:ext>
            </a:extLst>
          </p:cNvPr>
          <p:cNvCxnSpPr>
            <a:cxnSpLocks/>
          </p:cNvCxnSpPr>
          <p:nvPr userDrawn="1"/>
        </p:nvCxnSpPr>
        <p:spPr>
          <a:xfrm>
            <a:off x="548640" y="432262"/>
            <a:ext cx="798022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443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98B65-F4CB-4775-966C-7872B5CEA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82CF15-065A-4E86-98D6-6B4B8F538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26CBE9-B69B-4656-B712-F462D2232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7FE517-7134-4F0A-B4D4-C7270D800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3DFE51-2A71-472E-8549-0DAC28804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361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BBB7F5-13A7-459E-B2D6-A06A84825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DA95DE-6D2D-418A-9521-FD35A46472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EA2360-CBAA-4A4C-AB96-6CAF7DAB6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3769A9-7C97-4F4A-AE99-4B069B07D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5B0818-745B-461D-AB35-3691F188D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72600C-4A42-4BAD-AF29-D16E0F73A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444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D2B54E-9514-48BB-80C8-06CE73E0F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E9F7CD-81AF-405C-9337-3B53A3EE2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3892E1-A7B3-413C-9B04-FBA7DFC5B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BBAD67B-9ADD-43D5-BAFA-6CAF29CB6A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E0402B9-4588-46FF-808B-E3B2BFEA21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8EEF440-0DF3-44BF-B0EC-2233B00F1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E7DF248-0F94-4C77-A8D0-655331732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A0661E-5051-4F8D-B67A-D105C68E3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203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FCAE28-A7F4-4602-882D-3F448BE15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FD5CD8-A9E6-472B-8A59-3655D75B1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D86C6FA-9644-4139-81E9-5D35BC330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F01F6B-F18C-4AD4-A26B-E57C261D9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4512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DFFD921-A994-42F0-A43B-0F74D11BF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32D510B-92E5-4598-A4CE-E818491A4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5D3E6D-BEAA-4A86-BDD3-0EBFEBABF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7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2E319-B42B-4713-A473-FE70BB233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F6CDA2-3ACF-4C5C-A16F-8ADE379FC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6C05C4-B73F-4E72-ADEE-D9190B48C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1BF957-2981-4A07-BD29-E98CAE041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244B6C-A6BD-447E-A94F-3A31A44FE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4776DD-A3EB-4192-BD3D-AA515767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7953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FF7E3E-658B-4B52-AC00-272F82566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4AA7F5C-1BF2-463A-900A-E018ECCF25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9A50FB-57FD-4543-9D76-5AB191E3D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C7D4DF-48CA-4319-91F1-5A493488B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669EDA-9065-4702-981C-63016C3E6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23D31E-F3B1-4EEB-9795-1C2D0A08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034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7C54A5-14B2-4291-A863-73823A1A8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26842BE-4F5F-4B74-AF95-DA9ACDEC9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37454E-8FE0-45E3-B2E3-C826A13F5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7E775C-597D-443B-854D-669B59A0F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F96C04-3DB6-480A-B5E6-FF8686C3D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4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053F94E-8567-4C33-9AB4-A6E8CCEE8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A2845A-22F8-41D6-BFCB-08804FB79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55E065-89AB-4DED-A937-D1E6107F0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10EA28-3F79-4129-89BB-9B4F34811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AF2A2C-DCBF-4E05-91E9-E92A2841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8987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051C4B5-CA61-4910-B10C-1C0982732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B36EE4-4BF2-40DD-8668-A75C525A6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15CE2E-315A-4BAC-9725-6A067A2893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1B9479-A290-4A37-BE6F-BADF542210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30BC4E-1098-4A08-8E69-617DE6553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1564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E8DDE-E498-00FB-875C-4AFF1AA67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E13F25-C8B6-79F3-F643-C722FEF8C130}"/>
              </a:ext>
            </a:extLst>
          </p:cNvPr>
          <p:cNvSpPr txBox="1"/>
          <p:nvPr/>
        </p:nvSpPr>
        <p:spPr>
          <a:xfrm>
            <a:off x="516749" y="379988"/>
            <a:ext cx="3468898" cy="4893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시월구일3" panose="02020600000000000000" pitchFamily="18" charset="-127"/>
                <a:ea typeface="a시월구일3" panose="02020600000000000000" pitchFamily="18" charset="-127"/>
                <a:cs typeface="+mn-cs"/>
              </a:rPr>
              <a:t>화면 설계서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시월구일3" panose="02020600000000000000" pitchFamily="18" charset="-127"/>
                <a:ea typeface="a시월구일3" panose="02020600000000000000" pitchFamily="18" charset="-127"/>
                <a:cs typeface="+mn-cs"/>
              </a:rPr>
              <a:t>-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시월구일3" panose="02020600000000000000" pitchFamily="18" charset="-127"/>
                <a:ea typeface="a시월구일3" panose="02020600000000000000" pitchFamily="18" charset="-127"/>
                <a:cs typeface="+mn-cs"/>
              </a:rPr>
              <a:t>시스템 정보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시월구일3" panose="02020600000000000000" pitchFamily="18" charset="-127"/>
              <a:ea typeface="a시월구일3" panose="02020600000000000000" pitchFamily="18" charset="-127"/>
              <a:cs typeface="+mn-cs"/>
            </a:endParaRPr>
          </a:p>
        </p:txBody>
      </p:sp>
      <p:pic>
        <p:nvPicPr>
          <p:cNvPr id="2052" name="Picture 4" descr="스크린샷, 텍스트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A2B974-4E7E-A161-1AAE-D8C85276F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3743" y="1088756"/>
            <a:ext cx="8415275" cy="5641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A7C589B-4C24-CE0D-2CC7-18C734A5D191}"/>
              </a:ext>
            </a:extLst>
          </p:cNvPr>
          <p:cNvSpPr/>
          <p:nvPr/>
        </p:nvSpPr>
        <p:spPr>
          <a:xfrm>
            <a:off x="1910443" y="1681118"/>
            <a:ext cx="8371114" cy="947651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6DE80B-A8A2-5995-D75E-B323F08BDEDC}"/>
              </a:ext>
            </a:extLst>
          </p:cNvPr>
          <p:cNvSpPr txBox="1"/>
          <p:nvPr/>
        </p:nvSpPr>
        <p:spPr>
          <a:xfrm>
            <a:off x="3762828" y="1847167"/>
            <a:ext cx="4666342" cy="3077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20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서울시 미세먼지 건강 취약도 분석 시스템</a:t>
            </a:r>
            <a:endParaRPr kumimoji="1" lang="en-US" altLang="ko-KR" sz="20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3" panose="02020600000000000000" pitchFamily="18" charset="-127"/>
              <a:ea typeface="a시월구일3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A1B1847-978E-922D-D33B-AF1F1FD2CE08}"/>
              </a:ext>
            </a:extLst>
          </p:cNvPr>
          <p:cNvSpPr/>
          <p:nvPr/>
        </p:nvSpPr>
        <p:spPr>
          <a:xfrm>
            <a:off x="1944176" y="2677876"/>
            <a:ext cx="4100630" cy="3988535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E5FC2A-2FC9-3C4D-D7F6-BC167F1AD2F5}"/>
              </a:ext>
            </a:extLst>
          </p:cNvPr>
          <p:cNvSpPr txBox="1"/>
          <p:nvPr/>
        </p:nvSpPr>
        <p:spPr>
          <a:xfrm>
            <a:off x="2149228" y="2745358"/>
            <a:ext cx="1065997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시스템 개요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3F5D38-ABAB-0427-8924-E579BFF3A5E8}"/>
              </a:ext>
            </a:extLst>
          </p:cNvPr>
          <p:cNvSpPr txBox="1"/>
          <p:nvPr/>
        </p:nvSpPr>
        <p:spPr>
          <a:xfrm>
            <a:off x="2057031" y="3144020"/>
            <a:ext cx="86592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시스템 목적</a:t>
            </a:r>
            <a:endParaRPr kumimoji="1" lang="en-US" altLang="ko-KR" sz="12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452AB9-9AD1-AFF4-2DC2-14B7E48C9CE5}"/>
              </a:ext>
            </a:extLst>
          </p:cNvPr>
          <p:cNvSpPr txBox="1"/>
          <p:nvPr/>
        </p:nvSpPr>
        <p:spPr>
          <a:xfrm>
            <a:off x="5689027" y="2332855"/>
            <a:ext cx="803105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대시보드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46C480-80B1-AF94-8F76-D06646BC8F54}"/>
              </a:ext>
            </a:extLst>
          </p:cNvPr>
          <p:cNvSpPr txBox="1"/>
          <p:nvPr/>
        </p:nvSpPr>
        <p:spPr>
          <a:xfrm>
            <a:off x="6721738" y="2332855"/>
            <a:ext cx="52900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|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666BCD-C63B-F24F-4EA1-447FE57FB6B0}"/>
              </a:ext>
            </a:extLst>
          </p:cNvPr>
          <p:cNvSpPr txBox="1"/>
          <p:nvPr/>
        </p:nvSpPr>
        <p:spPr>
          <a:xfrm>
            <a:off x="7004244" y="2332855"/>
            <a:ext cx="1070806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데이터 분석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C9AFD9-4E43-5922-2D9A-0EAE3AE0603E}"/>
              </a:ext>
            </a:extLst>
          </p:cNvPr>
          <p:cNvSpPr txBox="1"/>
          <p:nvPr/>
        </p:nvSpPr>
        <p:spPr>
          <a:xfrm>
            <a:off x="4093954" y="2332855"/>
            <a:ext cx="1069203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시스템 정보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5ABB5E1-DD59-D2EC-1A5E-D9464FE84F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730756" y="2412585"/>
            <a:ext cx="332981" cy="3329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4D30DF5-9326-AAD8-FC39-042973222CD0}"/>
              </a:ext>
            </a:extLst>
          </p:cNvPr>
          <p:cNvSpPr txBox="1"/>
          <p:nvPr/>
        </p:nvSpPr>
        <p:spPr>
          <a:xfrm>
            <a:off x="5239945" y="2332855"/>
            <a:ext cx="52900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|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AC427F4-EB28-66AC-71C4-FACB2AEBDEF9}"/>
              </a:ext>
            </a:extLst>
          </p:cNvPr>
          <p:cNvSpPr/>
          <p:nvPr/>
        </p:nvSpPr>
        <p:spPr>
          <a:xfrm>
            <a:off x="2057031" y="3429000"/>
            <a:ext cx="3882215" cy="73369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시스템 목적 내용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82AC93-FCEB-BE54-7904-5D01ECE64F3F}"/>
              </a:ext>
            </a:extLst>
          </p:cNvPr>
          <p:cNvSpPr txBox="1"/>
          <p:nvPr/>
        </p:nvSpPr>
        <p:spPr>
          <a:xfrm>
            <a:off x="2057031" y="4289767"/>
            <a:ext cx="86592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분석 대상</a:t>
            </a:r>
            <a:endParaRPr kumimoji="1" lang="en-US" altLang="ko-KR" sz="12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7E522A1-0D58-F75F-AE6D-0A7D70294DCB}"/>
              </a:ext>
            </a:extLst>
          </p:cNvPr>
          <p:cNvSpPr/>
          <p:nvPr/>
        </p:nvSpPr>
        <p:spPr>
          <a:xfrm>
            <a:off x="2057031" y="4574747"/>
            <a:ext cx="3882215" cy="73369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분석 대상 내용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7CE48E-88BA-0AC9-0A46-C18A4CB6674F}"/>
              </a:ext>
            </a:extLst>
          </p:cNvPr>
          <p:cNvSpPr txBox="1"/>
          <p:nvPr/>
        </p:nvSpPr>
        <p:spPr>
          <a:xfrm>
            <a:off x="2057031" y="5459335"/>
            <a:ext cx="86592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활용 데이터</a:t>
            </a:r>
            <a:endParaRPr kumimoji="1" lang="en-US" altLang="ko-KR" sz="12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F860B6C-C10C-B731-3391-D209BAE50D64}"/>
              </a:ext>
            </a:extLst>
          </p:cNvPr>
          <p:cNvSpPr/>
          <p:nvPr/>
        </p:nvSpPr>
        <p:spPr>
          <a:xfrm>
            <a:off x="2057031" y="5744315"/>
            <a:ext cx="3882215" cy="73369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활용 데이터 목록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D76D347-3604-0465-9617-489DCFE3F01D}"/>
              </a:ext>
            </a:extLst>
          </p:cNvPr>
          <p:cNvSpPr/>
          <p:nvPr/>
        </p:nvSpPr>
        <p:spPr>
          <a:xfrm>
            <a:off x="6096000" y="2677876"/>
            <a:ext cx="4151824" cy="3988535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3AA60EF-2F59-EBA0-B4D7-7B6B4068CE23}"/>
              </a:ext>
            </a:extLst>
          </p:cNvPr>
          <p:cNvSpPr txBox="1"/>
          <p:nvPr/>
        </p:nvSpPr>
        <p:spPr>
          <a:xfrm>
            <a:off x="6188739" y="2745358"/>
            <a:ext cx="1069203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시스템 정보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2AAE654-7106-B796-0E4B-D0847EE55F7E}"/>
              </a:ext>
            </a:extLst>
          </p:cNvPr>
          <p:cNvSpPr txBox="1"/>
          <p:nvPr/>
        </p:nvSpPr>
        <p:spPr>
          <a:xfrm>
            <a:off x="6252754" y="3144020"/>
            <a:ext cx="86592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사용 모델</a:t>
            </a:r>
            <a:endParaRPr kumimoji="1" lang="en-US" altLang="ko-KR" sz="12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341EC4E-1AD7-106A-7335-A674438045AE}"/>
              </a:ext>
            </a:extLst>
          </p:cNvPr>
          <p:cNvSpPr/>
          <p:nvPr/>
        </p:nvSpPr>
        <p:spPr>
          <a:xfrm>
            <a:off x="6252754" y="3429000"/>
            <a:ext cx="3882215" cy="73369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시스템 목적 내용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29DD610-464A-9F76-F4B6-D7D2DA8C6134}"/>
              </a:ext>
            </a:extLst>
          </p:cNvPr>
          <p:cNvSpPr txBox="1"/>
          <p:nvPr/>
        </p:nvSpPr>
        <p:spPr>
          <a:xfrm>
            <a:off x="6252754" y="4289767"/>
            <a:ext cx="86592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주요기능</a:t>
            </a:r>
            <a:endParaRPr kumimoji="1" lang="en-US" altLang="ko-KR" sz="12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59287A8-B500-E704-50E7-71EB4D9B20B0}"/>
              </a:ext>
            </a:extLst>
          </p:cNvPr>
          <p:cNvSpPr/>
          <p:nvPr/>
        </p:nvSpPr>
        <p:spPr>
          <a:xfrm>
            <a:off x="6252754" y="4574747"/>
            <a:ext cx="3882215" cy="73369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시스템 목적 내용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799F0B2-C4BE-26C9-F481-FA1AA74C9F42}"/>
              </a:ext>
            </a:extLst>
          </p:cNvPr>
          <p:cNvSpPr txBox="1"/>
          <p:nvPr/>
        </p:nvSpPr>
        <p:spPr>
          <a:xfrm>
            <a:off x="6252754" y="5484264"/>
            <a:ext cx="865925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개발 환경</a:t>
            </a:r>
            <a:endParaRPr kumimoji="1" lang="en-US" altLang="ko-KR" sz="12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55C04979-493F-A6D1-1B8E-F3210B9B3FFE}"/>
              </a:ext>
            </a:extLst>
          </p:cNvPr>
          <p:cNvSpPr/>
          <p:nvPr/>
        </p:nvSpPr>
        <p:spPr>
          <a:xfrm>
            <a:off x="6252754" y="5769244"/>
            <a:ext cx="3882215" cy="73369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개발에 사용된 프로그램 나열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AC536326-2BE7-A17D-B812-6606408E5E8E}"/>
              </a:ext>
            </a:extLst>
          </p:cNvPr>
          <p:cNvSpPr/>
          <p:nvPr/>
        </p:nvSpPr>
        <p:spPr>
          <a:xfrm>
            <a:off x="8975271" y="1747157"/>
            <a:ext cx="532339" cy="143329"/>
          </a:xfrm>
          <a:prstGeom prst="rect">
            <a:avLst/>
          </a:prstGeom>
          <a:solidFill>
            <a:schemeClr val="bg1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회원가입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B5E22D5-B9C9-C712-FF32-F361B9CDF674}"/>
              </a:ext>
            </a:extLst>
          </p:cNvPr>
          <p:cNvSpPr/>
          <p:nvPr/>
        </p:nvSpPr>
        <p:spPr>
          <a:xfrm>
            <a:off x="9565975" y="1747157"/>
            <a:ext cx="532339" cy="143329"/>
          </a:xfrm>
          <a:prstGeom prst="rect">
            <a:avLst/>
          </a:prstGeom>
          <a:solidFill>
            <a:schemeClr val="bg1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로그인</a:t>
            </a:r>
          </a:p>
        </p:txBody>
      </p:sp>
    </p:spTree>
    <p:extLst>
      <p:ext uri="{BB962C8B-B14F-4D97-AF65-F5344CB8AC3E}">
        <p14:creationId xmlns:p14="http://schemas.microsoft.com/office/powerpoint/2010/main" val="242080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6FE5C-B478-492B-39A6-EDE400D2D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BCB8FE-BE3C-3ABF-F1D8-F6BF0C3D07C1}"/>
              </a:ext>
            </a:extLst>
          </p:cNvPr>
          <p:cNvSpPr txBox="1"/>
          <p:nvPr/>
        </p:nvSpPr>
        <p:spPr>
          <a:xfrm>
            <a:off x="516749" y="379988"/>
            <a:ext cx="3767057" cy="4893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시월구일3" panose="02020600000000000000" pitchFamily="18" charset="-127"/>
                <a:ea typeface="a시월구일3" panose="02020600000000000000" pitchFamily="18" charset="-127"/>
                <a:cs typeface="+mn-cs"/>
              </a:rPr>
              <a:t>화면 설계서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시월구일3" panose="02020600000000000000" pitchFamily="18" charset="-127"/>
                <a:ea typeface="a시월구일3" panose="02020600000000000000" pitchFamily="18" charset="-127"/>
                <a:cs typeface="+mn-cs"/>
              </a:rPr>
              <a:t>-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시월구일3" panose="02020600000000000000" pitchFamily="18" charset="-127"/>
                <a:ea typeface="a시월구일3" panose="02020600000000000000" pitchFamily="18" charset="-127"/>
                <a:cs typeface="+mn-cs"/>
              </a:rPr>
              <a:t>대시보드 화면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시월구일3" panose="02020600000000000000" pitchFamily="18" charset="-127"/>
              <a:ea typeface="a시월구일3" panose="02020600000000000000" pitchFamily="18" charset="-127"/>
              <a:cs typeface="+mn-cs"/>
            </a:endParaRPr>
          </a:p>
        </p:txBody>
      </p:sp>
      <p:pic>
        <p:nvPicPr>
          <p:cNvPr id="2052" name="Picture 4" descr="스크린샷, 텍스트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054D4B-49F1-935E-4284-335E9297F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3743" y="1088756"/>
            <a:ext cx="8415275" cy="5641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F2CA1EE-45AB-1DF1-6176-571982718EDA}"/>
              </a:ext>
            </a:extLst>
          </p:cNvPr>
          <p:cNvSpPr/>
          <p:nvPr/>
        </p:nvSpPr>
        <p:spPr>
          <a:xfrm>
            <a:off x="1910443" y="1681118"/>
            <a:ext cx="8371114" cy="947651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55005A-A798-1557-182D-33498FE5E0DA}"/>
              </a:ext>
            </a:extLst>
          </p:cNvPr>
          <p:cNvSpPr txBox="1"/>
          <p:nvPr/>
        </p:nvSpPr>
        <p:spPr>
          <a:xfrm>
            <a:off x="3762828" y="1847167"/>
            <a:ext cx="4666342" cy="3077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20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서울시 미세먼지 건강 취약도 분석 시스템</a:t>
            </a:r>
            <a:endParaRPr kumimoji="1" lang="en-US" altLang="ko-KR" sz="20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3" panose="02020600000000000000" pitchFamily="18" charset="-127"/>
              <a:ea typeface="a시월구일3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AF1BA3-E516-D931-6855-57DF86E46201}"/>
              </a:ext>
            </a:extLst>
          </p:cNvPr>
          <p:cNvSpPr txBox="1"/>
          <p:nvPr/>
        </p:nvSpPr>
        <p:spPr>
          <a:xfrm>
            <a:off x="5689027" y="2332855"/>
            <a:ext cx="803105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대시보드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472BC0-68A4-C8DC-7DAD-BC31D11E0632}"/>
              </a:ext>
            </a:extLst>
          </p:cNvPr>
          <p:cNvSpPr txBox="1"/>
          <p:nvPr/>
        </p:nvSpPr>
        <p:spPr>
          <a:xfrm>
            <a:off x="6721738" y="2332855"/>
            <a:ext cx="52900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|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929C11-56AF-DC43-74AD-8DD6A91D55F6}"/>
              </a:ext>
            </a:extLst>
          </p:cNvPr>
          <p:cNvSpPr txBox="1"/>
          <p:nvPr/>
        </p:nvSpPr>
        <p:spPr>
          <a:xfrm>
            <a:off x="7004244" y="2332855"/>
            <a:ext cx="1070806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데이터 분석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E7FFAE-F726-22B8-A504-FAEA3706EAE7}"/>
              </a:ext>
            </a:extLst>
          </p:cNvPr>
          <p:cNvSpPr txBox="1"/>
          <p:nvPr/>
        </p:nvSpPr>
        <p:spPr>
          <a:xfrm>
            <a:off x="4093954" y="2332855"/>
            <a:ext cx="1069203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시스템 정보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80CB4E00-3810-6EFE-D67A-665BF932A6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356046" y="2412585"/>
            <a:ext cx="332981" cy="332981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AE4E8A-AF7E-BF21-DC4C-BEA2316E5B36}"/>
              </a:ext>
            </a:extLst>
          </p:cNvPr>
          <p:cNvSpPr/>
          <p:nvPr/>
        </p:nvSpPr>
        <p:spPr>
          <a:xfrm>
            <a:off x="1918840" y="2745566"/>
            <a:ext cx="3670070" cy="275389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82DB32-0C8E-E136-98C0-9704A8F1A632}"/>
              </a:ext>
            </a:extLst>
          </p:cNvPr>
          <p:cNvSpPr txBox="1"/>
          <p:nvPr/>
        </p:nvSpPr>
        <p:spPr>
          <a:xfrm>
            <a:off x="3333648" y="2825296"/>
            <a:ext cx="864019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조회 옵션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6B44C7-C9AE-A1B3-4A6C-D4F961E06A9D}"/>
              </a:ext>
            </a:extLst>
          </p:cNvPr>
          <p:cNvSpPr txBox="1"/>
          <p:nvPr/>
        </p:nvSpPr>
        <p:spPr>
          <a:xfrm>
            <a:off x="1998724" y="3583157"/>
            <a:ext cx="803105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자치구 선택</a:t>
            </a:r>
            <a:endParaRPr kumimoji="1" lang="en-US" altLang="ko-KR" sz="12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E63046C-B5C8-2057-6F4D-E4036497BF69}"/>
              </a:ext>
            </a:extLst>
          </p:cNvPr>
          <p:cNvGrpSpPr/>
          <p:nvPr/>
        </p:nvGrpSpPr>
        <p:grpSpPr>
          <a:xfrm>
            <a:off x="1998724" y="3807447"/>
            <a:ext cx="2629832" cy="203761"/>
            <a:chOff x="1998724" y="3468624"/>
            <a:chExt cx="2629832" cy="203761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9011DF5C-EA1A-546D-A8D2-BAC5CAB26763}"/>
                </a:ext>
              </a:extLst>
            </p:cNvPr>
            <p:cNvSpPr/>
            <p:nvPr/>
          </p:nvSpPr>
          <p:spPr>
            <a:xfrm>
              <a:off x="1998724" y="3468624"/>
              <a:ext cx="2629832" cy="203761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D4FEDC2A-0A85-9C19-B6AF-F8637DB19C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064" t="29223" r="21841" b="17744"/>
            <a:stretch>
              <a:fillRect/>
            </a:stretch>
          </p:blipFill>
          <p:spPr>
            <a:xfrm>
              <a:off x="4420436" y="3489853"/>
              <a:ext cx="167575" cy="161302"/>
            </a:xfrm>
            <a:prstGeom prst="rect">
              <a:avLst/>
            </a:prstGeom>
          </p:spPr>
        </p:pic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05052070-3D69-1740-5AAC-7FD688D70E6C}"/>
              </a:ext>
            </a:extLst>
          </p:cNvPr>
          <p:cNvSpPr txBox="1"/>
          <p:nvPr/>
        </p:nvSpPr>
        <p:spPr>
          <a:xfrm>
            <a:off x="1998724" y="4188642"/>
            <a:ext cx="995465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분석 기간 선택</a:t>
            </a:r>
            <a:endParaRPr kumimoji="1" lang="en-US" altLang="ko-KR" sz="12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B333E945-AFE7-1584-7BF7-5388415CC9F6}"/>
              </a:ext>
            </a:extLst>
          </p:cNvPr>
          <p:cNvGrpSpPr/>
          <p:nvPr/>
        </p:nvGrpSpPr>
        <p:grpSpPr>
          <a:xfrm>
            <a:off x="1997153" y="4479543"/>
            <a:ext cx="2631403" cy="246221"/>
            <a:chOff x="1997153" y="4107581"/>
            <a:chExt cx="2631403" cy="246221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F929800D-2916-0D46-1926-A8B906C8BA9B}"/>
                </a:ext>
              </a:extLst>
            </p:cNvPr>
            <p:cNvSpPr/>
            <p:nvPr/>
          </p:nvSpPr>
          <p:spPr>
            <a:xfrm>
              <a:off x="1997153" y="4107581"/>
              <a:ext cx="1192361" cy="246221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2019995-9638-884B-3664-384DFE318D7D}"/>
                </a:ext>
              </a:extLst>
            </p:cNvPr>
            <p:cNvSpPr txBox="1"/>
            <p:nvPr/>
          </p:nvSpPr>
          <p:spPr>
            <a:xfrm>
              <a:off x="3288341" y="4133610"/>
              <a:ext cx="7694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t">
              <a:spAutoFit/>
            </a:bodyPr>
            <a:lstStyle/>
            <a:p>
              <a:r>
                <a:rPr kumimoji="1" lang="en-US" altLang="ko-KR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2" panose="02020600000000000000" pitchFamily="18" charset="-127"/>
                  <a:ea typeface="a시월구일2" panose="02020600000000000000" pitchFamily="18" charset="-127"/>
                  <a:cs typeface="Pretendard" panose="02000503000000020004" pitchFamily="2" charset="-127"/>
                </a:rPr>
                <a:t>~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A6B30966-108D-F98C-A970-3F2841789AF0}"/>
                </a:ext>
              </a:extLst>
            </p:cNvPr>
            <p:cNvSpPr/>
            <p:nvPr/>
          </p:nvSpPr>
          <p:spPr>
            <a:xfrm>
              <a:off x="3436195" y="4107581"/>
              <a:ext cx="1192361" cy="246221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5F00A205-2C98-85D7-ED15-BB3A597C0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064" t="29223" r="21841" b="17744"/>
            <a:stretch>
              <a:fillRect/>
            </a:stretch>
          </p:blipFill>
          <p:spPr>
            <a:xfrm>
              <a:off x="2964475" y="4147448"/>
              <a:ext cx="167575" cy="161302"/>
            </a:xfrm>
            <a:prstGeom prst="rect">
              <a:avLst/>
            </a:prstGeom>
          </p:spPr>
        </p:pic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E269F5D9-A87C-43A8-D51D-BAAF481E8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064" t="29223" r="21841" b="17744"/>
            <a:stretch>
              <a:fillRect/>
            </a:stretch>
          </p:blipFill>
          <p:spPr>
            <a:xfrm>
              <a:off x="4446886" y="4147448"/>
              <a:ext cx="167575" cy="161302"/>
            </a:xfrm>
            <a:prstGeom prst="rect">
              <a:avLst/>
            </a:prstGeom>
          </p:spPr>
        </p:pic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99139842-7727-0700-9C43-7BF994BD8F5B}"/>
              </a:ext>
            </a:extLst>
          </p:cNvPr>
          <p:cNvGrpSpPr/>
          <p:nvPr/>
        </p:nvGrpSpPr>
        <p:grpSpPr>
          <a:xfrm>
            <a:off x="2609667" y="5047048"/>
            <a:ext cx="1006565" cy="246221"/>
            <a:chOff x="2496456" y="4595550"/>
            <a:chExt cx="1006565" cy="246221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C7D21CF9-D5AE-49D2-35E2-8FDD03F6F81B}"/>
                </a:ext>
              </a:extLst>
            </p:cNvPr>
            <p:cNvSpPr/>
            <p:nvPr/>
          </p:nvSpPr>
          <p:spPr>
            <a:xfrm>
              <a:off x="2496456" y="4595550"/>
              <a:ext cx="1006565" cy="2462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CB259AF-AAF9-831A-9DB0-31BBF130F5C5}"/>
                </a:ext>
              </a:extLst>
            </p:cNvPr>
            <p:cNvSpPr txBox="1"/>
            <p:nvPr/>
          </p:nvSpPr>
          <p:spPr>
            <a:xfrm>
              <a:off x="2597385" y="4626327"/>
              <a:ext cx="80470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t">
              <a:spAutoFit/>
            </a:bodyPr>
            <a:lstStyle/>
            <a:p>
              <a:r>
                <a:rPr kumimoji="1" lang="ko-KR" altLang="en-US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2" panose="02020600000000000000" pitchFamily="18" charset="-127"/>
                  <a:ea typeface="a시월구일2" panose="02020600000000000000" pitchFamily="18" charset="-127"/>
                  <a:cs typeface="Pretendard" panose="02000503000000020004" pitchFamily="2" charset="-127"/>
                </a:rPr>
                <a:t>데이터 조회</a:t>
              </a:r>
              <a:endParaRPr kumimoji="1" lang="en-US" altLang="ko-KR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DE2C6B4A-7A09-DF2F-352D-C0FC94FC3BA4}"/>
              </a:ext>
            </a:extLst>
          </p:cNvPr>
          <p:cNvGrpSpPr/>
          <p:nvPr/>
        </p:nvGrpSpPr>
        <p:grpSpPr>
          <a:xfrm>
            <a:off x="3837366" y="5047048"/>
            <a:ext cx="1006565" cy="246221"/>
            <a:chOff x="3724155" y="4595550"/>
            <a:chExt cx="1006565" cy="246221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CD4CEC54-1675-82AD-FE4B-745B7588AA43}"/>
                </a:ext>
              </a:extLst>
            </p:cNvPr>
            <p:cNvSpPr/>
            <p:nvPr/>
          </p:nvSpPr>
          <p:spPr>
            <a:xfrm>
              <a:off x="3724155" y="4595550"/>
              <a:ext cx="1006565" cy="2462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8DFD5BE-9A19-7414-5AF3-0963810CB8E4}"/>
                </a:ext>
              </a:extLst>
            </p:cNvPr>
            <p:cNvSpPr txBox="1"/>
            <p:nvPr/>
          </p:nvSpPr>
          <p:spPr>
            <a:xfrm>
              <a:off x="3753750" y="4626327"/>
              <a:ext cx="94737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t">
              <a:spAutoFit/>
            </a:bodyPr>
            <a:lstStyle/>
            <a:p>
              <a:r>
                <a:rPr kumimoji="1" lang="ko-KR" altLang="en-US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2" panose="02020600000000000000" pitchFamily="18" charset="-127"/>
                  <a:ea typeface="a시월구일2" panose="02020600000000000000" pitchFamily="18" charset="-127"/>
                  <a:cs typeface="Pretendard" panose="02000503000000020004" pitchFamily="2" charset="-127"/>
                </a:rPr>
                <a:t>데이터 초기화</a:t>
              </a:r>
              <a:endParaRPr kumimoji="1" lang="en-US" altLang="ko-KR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DF70022E-0E4A-8259-4543-FB5A3D9A7639}"/>
              </a:ext>
            </a:extLst>
          </p:cNvPr>
          <p:cNvSpPr txBox="1"/>
          <p:nvPr/>
        </p:nvSpPr>
        <p:spPr>
          <a:xfrm>
            <a:off x="2024736" y="3176539"/>
            <a:ext cx="3476184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atinLnBrk="0"/>
            <a:r>
              <a:rPr kumimoji="1" lang="ko-KR" altLang="en-US" sz="9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자치구와 기간을 선택하여 미세먼지 및 보건 데이터를 조회합니다</a:t>
            </a:r>
            <a:endParaRPr kumimoji="1" lang="en-US" altLang="ko-KR" sz="9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55CF70A-D6DB-5CB8-9E7D-947A6FB3BA0B}"/>
              </a:ext>
            </a:extLst>
          </p:cNvPr>
          <p:cNvSpPr/>
          <p:nvPr/>
        </p:nvSpPr>
        <p:spPr>
          <a:xfrm>
            <a:off x="5976904" y="2745566"/>
            <a:ext cx="4121410" cy="275389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6F5DA23-0927-76A4-F400-199D8CCAF6E1}"/>
              </a:ext>
            </a:extLst>
          </p:cNvPr>
          <p:cNvSpPr txBox="1"/>
          <p:nvPr/>
        </p:nvSpPr>
        <p:spPr>
          <a:xfrm>
            <a:off x="7374767" y="2825296"/>
            <a:ext cx="1325684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서울 지도 영역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DB508FCB-4048-E854-B62E-B3A215644D00}"/>
              </a:ext>
            </a:extLst>
          </p:cNvPr>
          <p:cNvSpPr/>
          <p:nvPr/>
        </p:nvSpPr>
        <p:spPr>
          <a:xfrm>
            <a:off x="6096000" y="3176540"/>
            <a:ext cx="3926114" cy="1627690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지도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FED7179-761B-CE81-7332-371E5719FD0C}"/>
              </a:ext>
            </a:extLst>
          </p:cNvPr>
          <p:cNvSpPr txBox="1"/>
          <p:nvPr/>
        </p:nvSpPr>
        <p:spPr>
          <a:xfrm>
            <a:off x="6279737" y="4940662"/>
            <a:ext cx="3476184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atinLnBrk="0"/>
            <a:r>
              <a:rPr kumimoji="1" lang="ko-KR" altLang="en-US" sz="9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자치구별 건강 취약도 색상 표시</a:t>
            </a:r>
            <a:endParaRPr kumimoji="1" lang="en-US" altLang="ko-KR" sz="9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</p:txBody>
      </p:sp>
      <p:grpSp>
        <p:nvGrpSpPr>
          <p:cNvPr id="2063" name="그룹 2062">
            <a:extLst>
              <a:ext uri="{FF2B5EF4-FFF2-40B4-BE49-F238E27FC236}">
                <a16:creationId xmlns:a16="http://schemas.microsoft.com/office/drawing/2014/main" id="{89B661AC-3A01-C3DE-1B02-1F15953A0219}"/>
              </a:ext>
            </a:extLst>
          </p:cNvPr>
          <p:cNvGrpSpPr/>
          <p:nvPr/>
        </p:nvGrpSpPr>
        <p:grpSpPr>
          <a:xfrm>
            <a:off x="6313837" y="5170158"/>
            <a:ext cx="2323977" cy="364780"/>
            <a:chOff x="6307168" y="5149998"/>
            <a:chExt cx="1829129" cy="287107"/>
          </a:xfrm>
        </p:grpSpPr>
        <p:grpSp>
          <p:nvGrpSpPr>
            <p:cNvPr id="2059" name="그룹 2058">
              <a:extLst>
                <a:ext uri="{FF2B5EF4-FFF2-40B4-BE49-F238E27FC236}">
                  <a16:creationId xmlns:a16="http://schemas.microsoft.com/office/drawing/2014/main" id="{2EC53218-497D-24F9-BD21-D9840368959A}"/>
                </a:ext>
              </a:extLst>
            </p:cNvPr>
            <p:cNvGrpSpPr/>
            <p:nvPr/>
          </p:nvGrpSpPr>
          <p:grpSpPr>
            <a:xfrm>
              <a:off x="6307168" y="5149998"/>
              <a:ext cx="346466" cy="287107"/>
              <a:chOff x="6307168" y="5149998"/>
              <a:chExt cx="346466" cy="287107"/>
            </a:xfrm>
          </p:grpSpPr>
          <p:sp>
            <p:nvSpPr>
              <p:cNvPr id="2049" name="타원 2048">
                <a:extLst>
                  <a:ext uri="{FF2B5EF4-FFF2-40B4-BE49-F238E27FC236}">
                    <a16:creationId xmlns:a16="http://schemas.microsoft.com/office/drawing/2014/main" id="{EA613118-241A-ECA6-AEF3-166E34F9736C}"/>
                  </a:ext>
                </a:extLst>
              </p:cNvPr>
              <p:cNvSpPr/>
              <p:nvPr/>
            </p:nvSpPr>
            <p:spPr>
              <a:xfrm>
                <a:off x="6307168" y="5149998"/>
                <a:ext cx="112549" cy="112549"/>
              </a:xfrm>
              <a:prstGeom prst="ellipse">
                <a:avLst/>
              </a:prstGeom>
              <a:solidFill>
                <a:srgbClr val="12B88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2800"/>
              </a:p>
            </p:txBody>
          </p:sp>
          <p:sp>
            <p:nvSpPr>
              <p:cNvPr id="2055" name="TextBox 2054">
                <a:extLst>
                  <a:ext uri="{FF2B5EF4-FFF2-40B4-BE49-F238E27FC236}">
                    <a16:creationId xmlns:a16="http://schemas.microsoft.com/office/drawing/2014/main" id="{25EA8EB5-661E-347B-9C34-BE15E76E0390}"/>
                  </a:ext>
                </a:extLst>
              </p:cNvPr>
              <p:cNvSpPr txBox="1"/>
              <p:nvPr/>
            </p:nvSpPr>
            <p:spPr>
              <a:xfrm>
                <a:off x="6445569" y="5160106"/>
                <a:ext cx="20806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>
                <a:spAutoFit/>
              </a:bodyPr>
              <a:lstStyle/>
              <a:p>
                <a:pPr latinLnBrk="0"/>
                <a:r>
                  <a:rPr kumimoji="1" lang="ko-KR" altLang="en-US" sz="9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시월구일1" panose="02020600000000000000" pitchFamily="18" charset="-127"/>
                    <a:ea typeface="a시월구일1" panose="02020600000000000000" pitchFamily="18" charset="-127"/>
                    <a:cs typeface="Pretendard" panose="02000503000000020004" pitchFamily="2" charset="-127"/>
                  </a:rPr>
                  <a:t>안전</a:t>
                </a:r>
                <a:endParaRPr kumimoji="1" lang="en-US" altLang="ko-KR" sz="9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2060" name="그룹 2059">
              <a:extLst>
                <a:ext uri="{FF2B5EF4-FFF2-40B4-BE49-F238E27FC236}">
                  <a16:creationId xmlns:a16="http://schemas.microsoft.com/office/drawing/2014/main" id="{9969499C-90E0-8B75-3B57-657E31BE8B50}"/>
                </a:ext>
              </a:extLst>
            </p:cNvPr>
            <p:cNvGrpSpPr/>
            <p:nvPr/>
          </p:nvGrpSpPr>
          <p:grpSpPr>
            <a:xfrm>
              <a:off x="6716366" y="5150472"/>
              <a:ext cx="376860" cy="148133"/>
              <a:chOff x="6807711" y="5150472"/>
              <a:chExt cx="376860" cy="148133"/>
            </a:xfrm>
          </p:grpSpPr>
          <p:sp>
            <p:nvSpPr>
              <p:cNvPr id="2051" name="타원 2050">
                <a:extLst>
                  <a:ext uri="{FF2B5EF4-FFF2-40B4-BE49-F238E27FC236}">
                    <a16:creationId xmlns:a16="http://schemas.microsoft.com/office/drawing/2014/main" id="{F5BE0C23-B45F-C6BF-9D1C-96515124E16E}"/>
                  </a:ext>
                </a:extLst>
              </p:cNvPr>
              <p:cNvSpPr/>
              <p:nvPr/>
            </p:nvSpPr>
            <p:spPr>
              <a:xfrm>
                <a:off x="6807711" y="5150472"/>
                <a:ext cx="111600" cy="111600"/>
              </a:xfrm>
              <a:prstGeom prst="ellipse">
                <a:avLst/>
              </a:prstGeom>
              <a:solidFill>
                <a:srgbClr val="F79D0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2800"/>
              </a:p>
            </p:txBody>
          </p:sp>
          <p:sp>
            <p:nvSpPr>
              <p:cNvPr id="2056" name="TextBox 2055">
                <a:extLst>
                  <a:ext uri="{FF2B5EF4-FFF2-40B4-BE49-F238E27FC236}">
                    <a16:creationId xmlns:a16="http://schemas.microsoft.com/office/drawing/2014/main" id="{043330D2-E337-939F-6CA7-0E680C87271D}"/>
                  </a:ext>
                </a:extLst>
              </p:cNvPr>
              <p:cNvSpPr txBox="1"/>
              <p:nvPr/>
            </p:nvSpPr>
            <p:spPr>
              <a:xfrm>
                <a:off x="6961962" y="5160106"/>
                <a:ext cx="222609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>
                <a:spAutoFit/>
              </a:bodyPr>
              <a:lstStyle/>
              <a:p>
                <a:pPr latinLnBrk="0"/>
                <a:r>
                  <a:rPr kumimoji="1" lang="ko-KR" altLang="en-US" sz="9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시월구일1" panose="02020600000000000000" pitchFamily="18" charset="-127"/>
                    <a:ea typeface="a시월구일1" panose="02020600000000000000" pitchFamily="18" charset="-127"/>
                    <a:cs typeface="Pretendard" panose="02000503000000020004" pitchFamily="2" charset="-127"/>
                  </a:rPr>
                  <a:t>보통</a:t>
                </a:r>
                <a:endParaRPr kumimoji="1" lang="en-US" altLang="ko-KR" sz="9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2061" name="그룹 2060">
              <a:extLst>
                <a:ext uri="{FF2B5EF4-FFF2-40B4-BE49-F238E27FC236}">
                  <a16:creationId xmlns:a16="http://schemas.microsoft.com/office/drawing/2014/main" id="{0362B23B-E0DD-40E1-D473-21536D8FA876}"/>
                </a:ext>
              </a:extLst>
            </p:cNvPr>
            <p:cNvGrpSpPr/>
            <p:nvPr/>
          </p:nvGrpSpPr>
          <p:grpSpPr>
            <a:xfrm>
              <a:off x="7155958" y="5150472"/>
              <a:ext cx="418013" cy="148133"/>
              <a:chOff x="7510875" y="5150472"/>
              <a:chExt cx="418013" cy="148133"/>
            </a:xfrm>
          </p:grpSpPr>
          <p:sp>
            <p:nvSpPr>
              <p:cNvPr id="2053" name="타원 2052">
                <a:extLst>
                  <a:ext uri="{FF2B5EF4-FFF2-40B4-BE49-F238E27FC236}">
                    <a16:creationId xmlns:a16="http://schemas.microsoft.com/office/drawing/2014/main" id="{EC0B5489-EDF2-90AB-1D45-312E742A2CA9}"/>
                  </a:ext>
                </a:extLst>
              </p:cNvPr>
              <p:cNvSpPr/>
              <p:nvPr/>
            </p:nvSpPr>
            <p:spPr>
              <a:xfrm>
                <a:off x="7510875" y="5150472"/>
                <a:ext cx="111600" cy="111600"/>
              </a:xfrm>
              <a:prstGeom prst="ellipse">
                <a:avLst/>
              </a:prstGeom>
              <a:solidFill>
                <a:srgbClr val="F8731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2800"/>
              </a:p>
            </p:txBody>
          </p:sp>
          <p:sp>
            <p:nvSpPr>
              <p:cNvPr id="2057" name="TextBox 2056">
                <a:extLst>
                  <a:ext uri="{FF2B5EF4-FFF2-40B4-BE49-F238E27FC236}">
                    <a16:creationId xmlns:a16="http://schemas.microsoft.com/office/drawing/2014/main" id="{54BA9825-031E-57E3-472F-A665DBB96722}"/>
                  </a:ext>
                </a:extLst>
              </p:cNvPr>
              <p:cNvSpPr txBox="1"/>
              <p:nvPr/>
            </p:nvSpPr>
            <p:spPr>
              <a:xfrm>
                <a:off x="7650334" y="5160106"/>
                <a:ext cx="278554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>
                <a:spAutoFit/>
              </a:bodyPr>
              <a:lstStyle/>
              <a:p>
                <a:pPr latinLnBrk="0"/>
                <a:r>
                  <a:rPr kumimoji="1" lang="ko-KR" altLang="en-US" sz="9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시월구일1" panose="02020600000000000000" pitchFamily="18" charset="-127"/>
                    <a:ea typeface="a시월구일1" panose="02020600000000000000" pitchFamily="18" charset="-127"/>
                    <a:cs typeface="Pretendard" panose="02000503000000020004" pitchFamily="2" charset="-127"/>
                  </a:rPr>
                  <a:t>민감</a:t>
                </a:r>
                <a:endParaRPr kumimoji="1" lang="en-US" altLang="ko-KR" sz="9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2062" name="그룹 2061">
              <a:extLst>
                <a:ext uri="{FF2B5EF4-FFF2-40B4-BE49-F238E27FC236}">
                  <a16:creationId xmlns:a16="http://schemas.microsoft.com/office/drawing/2014/main" id="{32E3A54A-8EA4-9ECF-F044-916F2564D211}"/>
                </a:ext>
              </a:extLst>
            </p:cNvPr>
            <p:cNvGrpSpPr/>
            <p:nvPr/>
          </p:nvGrpSpPr>
          <p:grpSpPr>
            <a:xfrm>
              <a:off x="7636702" y="5150472"/>
              <a:ext cx="499595" cy="286633"/>
              <a:chOff x="8075735" y="5150472"/>
              <a:chExt cx="499595" cy="286633"/>
            </a:xfrm>
          </p:grpSpPr>
          <p:sp>
            <p:nvSpPr>
              <p:cNvPr id="2054" name="타원 2053">
                <a:extLst>
                  <a:ext uri="{FF2B5EF4-FFF2-40B4-BE49-F238E27FC236}">
                    <a16:creationId xmlns:a16="http://schemas.microsoft.com/office/drawing/2014/main" id="{08B31F10-520C-26E2-9BDA-42EED7A57B1B}"/>
                  </a:ext>
                </a:extLst>
              </p:cNvPr>
              <p:cNvSpPr/>
              <p:nvPr/>
            </p:nvSpPr>
            <p:spPr>
              <a:xfrm>
                <a:off x="8075735" y="5150472"/>
                <a:ext cx="111600" cy="111600"/>
              </a:xfrm>
              <a:prstGeom prst="ellipse">
                <a:avLst/>
              </a:prstGeom>
              <a:solidFill>
                <a:srgbClr val="ED454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2800"/>
              </a:p>
            </p:txBody>
          </p:sp>
          <p:sp>
            <p:nvSpPr>
              <p:cNvPr id="2058" name="TextBox 2057">
                <a:extLst>
                  <a:ext uri="{FF2B5EF4-FFF2-40B4-BE49-F238E27FC236}">
                    <a16:creationId xmlns:a16="http://schemas.microsoft.com/office/drawing/2014/main" id="{4EBF6BF4-F8B2-F967-CDAE-FE4BB6A75B85}"/>
                  </a:ext>
                </a:extLst>
              </p:cNvPr>
              <p:cNvSpPr txBox="1"/>
              <p:nvPr/>
            </p:nvSpPr>
            <p:spPr>
              <a:xfrm>
                <a:off x="8245192" y="5160106"/>
                <a:ext cx="33013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>
                <a:spAutoFit/>
              </a:bodyPr>
              <a:lstStyle/>
              <a:p>
                <a:pPr latinLnBrk="0"/>
                <a:r>
                  <a:rPr kumimoji="1" lang="ko-KR" altLang="en-US" sz="9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시월구일1" panose="02020600000000000000" pitchFamily="18" charset="-127"/>
                    <a:ea typeface="a시월구일1" panose="02020600000000000000" pitchFamily="18" charset="-127"/>
                    <a:cs typeface="Pretendard" panose="02000503000000020004" pitchFamily="2" charset="-127"/>
                  </a:rPr>
                  <a:t>고위험</a:t>
                </a:r>
                <a:endParaRPr kumimoji="1" lang="en-US" altLang="ko-KR" sz="9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endParaRPr>
              </a:p>
            </p:txBody>
          </p:sp>
        </p:grpSp>
      </p:grpSp>
      <p:sp>
        <p:nvSpPr>
          <p:cNvPr id="2064" name="직사각형 2063">
            <a:extLst>
              <a:ext uri="{FF2B5EF4-FFF2-40B4-BE49-F238E27FC236}">
                <a16:creationId xmlns:a16="http://schemas.microsoft.com/office/drawing/2014/main" id="{832A5E68-9CB0-3C16-886F-84EB9EF6ADC5}"/>
              </a:ext>
            </a:extLst>
          </p:cNvPr>
          <p:cNvSpPr/>
          <p:nvPr/>
        </p:nvSpPr>
        <p:spPr>
          <a:xfrm>
            <a:off x="1931363" y="5662804"/>
            <a:ext cx="8166951" cy="903752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6A0D10-1835-3716-A13B-508174F6E68D}"/>
              </a:ext>
            </a:extLst>
          </p:cNvPr>
          <p:cNvSpPr txBox="1"/>
          <p:nvPr/>
        </p:nvSpPr>
        <p:spPr>
          <a:xfrm>
            <a:off x="2064446" y="5761604"/>
            <a:ext cx="1529265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데이터 요약 카드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D9D6D1-C00D-2DEF-B421-A715BFAD2E71}"/>
              </a:ext>
            </a:extLst>
          </p:cNvPr>
          <p:cNvSpPr txBox="1"/>
          <p:nvPr/>
        </p:nvSpPr>
        <p:spPr>
          <a:xfrm>
            <a:off x="2482592" y="6135691"/>
            <a:ext cx="381515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en-US" altLang="ko-KR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PM10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2EEBE9-A545-0201-5914-30930F5F544F}"/>
              </a:ext>
            </a:extLst>
          </p:cNvPr>
          <p:cNvSpPr txBox="1"/>
          <p:nvPr/>
        </p:nvSpPr>
        <p:spPr>
          <a:xfrm>
            <a:off x="2964475" y="6144443"/>
            <a:ext cx="40076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en-US" altLang="ko-KR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|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ED2D94-D9AD-2CB7-B8DB-49E09F7937D5}"/>
              </a:ext>
            </a:extLst>
          </p:cNvPr>
          <p:cNvSpPr txBox="1"/>
          <p:nvPr/>
        </p:nvSpPr>
        <p:spPr>
          <a:xfrm>
            <a:off x="3097583" y="6135691"/>
            <a:ext cx="44242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en-US" altLang="ko-KR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PM2.5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BCAFB4-C391-E0D7-2608-932CA5F78C90}"/>
              </a:ext>
            </a:extLst>
          </p:cNvPr>
          <p:cNvSpPr txBox="1"/>
          <p:nvPr/>
        </p:nvSpPr>
        <p:spPr>
          <a:xfrm>
            <a:off x="3633044" y="6144443"/>
            <a:ext cx="40076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en-US" altLang="ko-KR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|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751ADE-9B7E-F861-BC46-AEA9A77F92B0}"/>
              </a:ext>
            </a:extLst>
          </p:cNvPr>
          <p:cNvSpPr txBox="1"/>
          <p:nvPr/>
        </p:nvSpPr>
        <p:spPr>
          <a:xfrm>
            <a:off x="3766152" y="6135691"/>
            <a:ext cx="59792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평균기온</a:t>
            </a:r>
            <a:endParaRPr kumimoji="1" lang="en-US" altLang="ko-KR" sz="12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D5537E-AE6F-B278-DD76-582089D8667C}"/>
              </a:ext>
            </a:extLst>
          </p:cNvPr>
          <p:cNvSpPr txBox="1"/>
          <p:nvPr/>
        </p:nvSpPr>
        <p:spPr>
          <a:xfrm>
            <a:off x="4454843" y="6144443"/>
            <a:ext cx="40076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en-US" altLang="ko-KR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|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28DDD4-9A4A-E7E5-0E39-90504AB1A88D}"/>
              </a:ext>
            </a:extLst>
          </p:cNvPr>
          <p:cNvSpPr txBox="1"/>
          <p:nvPr/>
        </p:nvSpPr>
        <p:spPr>
          <a:xfrm>
            <a:off x="4587951" y="6135691"/>
            <a:ext cx="601127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진료건수</a:t>
            </a:r>
            <a:endParaRPr kumimoji="1" lang="en-US" altLang="ko-KR" sz="12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C4A9C5-179F-3983-31F0-78C54F92265C}"/>
              </a:ext>
            </a:extLst>
          </p:cNvPr>
          <p:cNvSpPr txBox="1"/>
          <p:nvPr/>
        </p:nvSpPr>
        <p:spPr>
          <a:xfrm>
            <a:off x="5264432" y="6144443"/>
            <a:ext cx="40076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en-US" altLang="ko-KR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|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3C4D43-A0BB-0D20-973F-376F5FAAD5A6}"/>
              </a:ext>
            </a:extLst>
          </p:cNvPr>
          <p:cNvSpPr txBox="1"/>
          <p:nvPr/>
        </p:nvSpPr>
        <p:spPr>
          <a:xfrm>
            <a:off x="5397540" y="6135691"/>
            <a:ext cx="1149354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건강 취약도 등급</a:t>
            </a:r>
            <a:endParaRPr kumimoji="1" lang="en-US" altLang="ko-KR" sz="12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4523B7-1EAF-E70F-8812-33B4A4DDD58E}"/>
              </a:ext>
            </a:extLst>
          </p:cNvPr>
          <p:cNvSpPr txBox="1"/>
          <p:nvPr/>
        </p:nvSpPr>
        <p:spPr>
          <a:xfrm>
            <a:off x="6919506" y="4188642"/>
            <a:ext cx="2279102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 latinLnBrk="0"/>
            <a:r>
              <a:rPr kumimoji="1" lang="ko-KR" altLang="en-US" sz="9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자치구별 건강 취약도 등급 시각화</a:t>
            </a:r>
            <a:endParaRPr kumimoji="1" lang="en-US" altLang="ko-KR" sz="9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0015DD-DB19-A79C-2948-50806F00FDC3}"/>
              </a:ext>
            </a:extLst>
          </p:cNvPr>
          <p:cNvSpPr txBox="1"/>
          <p:nvPr/>
        </p:nvSpPr>
        <p:spPr>
          <a:xfrm>
            <a:off x="5239945" y="2332855"/>
            <a:ext cx="52900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|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D319B36-54E6-502D-D0D5-B50F585339D3}"/>
              </a:ext>
            </a:extLst>
          </p:cNvPr>
          <p:cNvSpPr/>
          <p:nvPr/>
        </p:nvSpPr>
        <p:spPr>
          <a:xfrm>
            <a:off x="9105009" y="1775502"/>
            <a:ext cx="532339" cy="143329"/>
          </a:xfrm>
          <a:prstGeom prst="rect">
            <a:avLst/>
          </a:prstGeom>
          <a:solidFill>
            <a:schemeClr val="bg1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회원정보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54A2D15-9CA8-0111-ABDD-3AEE5EC527DE}"/>
              </a:ext>
            </a:extLst>
          </p:cNvPr>
          <p:cNvSpPr/>
          <p:nvPr/>
        </p:nvSpPr>
        <p:spPr>
          <a:xfrm>
            <a:off x="9695713" y="1775502"/>
            <a:ext cx="532339" cy="143329"/>
          </a:xfrm>
          <a:prstGeom prst="rect">
            <a:avLst/>
          </a:prstGeom>
          <a:solidFill>
            <a:schemeClr val="bg1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로그아웃</a:t>
            </a:r>
          </a:p>
        </p:txBody>
      </p:sp>
    </p:spTree>
    <p:extLst>
      <p:ext uri="{BB962C8B-B14F-4D97-AF65-F5344CB8AC3E}">
        <p14:creationId xmlns:p14="http://schemas.microsoft.com/office/powerpoint/2010/main" val="2270357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3BAD8-2A75-E5E7-F74A-68B11D114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267E64-2530-F5C9-6454-BB94C480A70A}"/>
              </a:ext>
            </a:extLst>
          </p:cNvPr>
          <p:cNvSpPr txBox="1"/>
          <p:nvPr/>
        </p:nvSpPr>
        <p:spPr>
          <a:xfrm>
            <a:off x="516749" y="379988"/>
            <a:ext cx="3468898" cy="4893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시월구일3" panose="02020600000000000000" pitchFamily="18" charset="-127"/>
                <a:ea typeface="a시월구일3" panose="02020600000000000000" pitchFamily="18" charset="-127"/>
                <a:cs typeface="+mn-cs"/>
              </a:rPr>
              <a:t>화면 설계서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시월구일3" panose="02020600000000000000" pitchFamily="18" charset="-127"/>
                <a:ea typeface="a시월구일3" panose="02020600000000000000" pitchFamily="18" charset="-127"/>
                <a:cs typeface="+mn-cs"/>
              </a:rPr>
              <a:t>-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시월구일3" panose="02020600000000000000" pitchFamily="18" charset="-127"/>
                <a:ea typeface="a시월구일3" panose="02020600000000000000" pitchFamily="18" charset="-127"/>
                <a:cs typeface="+mn-cs"/>
              </a:rPr>
              <a:t>데이터 분석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시월구일3" panose="02020600000000000000" pitchFamily="18" charset="-127"/>
              <a:ea typeface="a시월구일3" panose="02020600000000000000" pitchFamily="18" charset="-127"/>
              <a:cs typeface="+mn-cs"/>
            </a:endParaRPr>
          </a:p>
        </p:txBody>
      </p:sp>
      <p:pic>
        <p:nvPicPr>
          <p:cNvPr id="2052" name="Picture 4" descr="스크린샷, 텍스트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4A89E1-2D34-1D96-A8AA-85AC1B5C2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3743" y="1088756"/>
            <a:ext cx="8415275" cy="5641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6A528F-176D-C0CD-A163-57E57404008E}"/>
              </a:ext>
            </a:extLst>
          </p:cNvPr>
          <p:cNvSpPr txBox="1"/>
          <p:nvPr/>
        </p:nvSpPr>
        <p:spPr>
          <a:xfrm>
            <a:off x="3762828" y="1847167"/>
            <a:ext cx="4666342" cy="3077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20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서울시 미세먼지 건강 취약도 분석 시스템</a:t>
            </a:r>
            <a:endParaRPr kumimoji="1" lang="en-US" altLang="ko-KR" sz="20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3" panose="02020600000000000000" pitchFamily="18" charset="-127"/>
              <a:ea typeface="a시월구일3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DA7344B-9F86-7410-7356-15A4CFE2CEFA}"/>
              </a:ext>
            </a:extLst>
          </p:cNvPr>
          <p:cNvSpPr/>
          <p:nvPr/>
        </p:nvSpPr>
        <p:spPr>
          <a:xfrm>
            <a:off x="8975271" y="1747157"/>
            <a:ext cx="532339" cy="143329"/>
          </a:xfrm>
          <a:prstGeom prst="rect">
            <a:avLst/>
          </a:prstGeom>
          <a:solidFill>
            <a:schemeClr val="bg1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회원정보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834C1C2-AE81-9AEE-18A5-04BE062DA19A}"/>
              </a:ext>
            </a:extLst>
          </p:cNvPr>
          <p:cNvSpPr/>
          <p:nvPr/>
        </p:nvSpPr>
        <p:spPr>
          <a:xfrm>
            <a:off x="9565975" y="1747157"/>
            <a:ext cx="532339" cy="143329"/>
          </a:xfrm>
          <a:prstGeom prst="rect">
            <a:avLst/>
          </a:prstGeom>
          <a:solidFill>
            <a:schemeClr val="bg1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로그아웃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B2D07A2-CE47-3108-E917-A0ACB7F10108}"/>
              </a:ext>
            </a:extLst>
          </p:cNvPr>
          <p:cNvSpPr/>
          <p:nvPr/>
        </p:nvSpPr>
        <p:spPr>
          <a:xfrm>
            <a:off x="1944176" y="2677876"/>
            <a:ext cx="5120694" cy="1415153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39CF08-0F0C-3DAD-5728-F5C308E3457E}"/>
              </a:ext>
            </a:extLst>
          </p:cNvPr>
          <p:cNvSpPr txBox="1"/>
          <p:nvPr/>
        </p:nvSpPr>
        <p:spPr>
          <a:xfrm>
            <a:off x="2149228" y="2745358"/>
            <a:ext cx="714879" cy="2056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분석 조건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C41C58-D70B-8B1C-ADAF-8EA8BDD40632}"/>
              </a:ext>
            </a:extLst>
          </p:cNvPr>
          <p:cNvSpPr txBox="1"/>
          <p:nvPr/>
        </p:nvSpPr>
        <p:spPr>
          <a:xfrm>
            <a:off x="2147241" y="3041379"/>
            <a:ext cx="670701" cy="154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자치구 선택</a:t>
            </a:r>
            <a:endParaRPr kumimoji="1" lang="en-US" altLang="ko-KR" sz="12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692363B-1796-0C6E-EA90-C0860A38D6E6}"/>
              </a:ext>
            </a:extLst>
          </p:cNvPr>
          <p:cNvGrpSpPr/>
          <p:nvPr/>
        </p:nvGrpSpPr>
        <p:grpSpPr>
          <a:xfrm>
            <a:off x="2147241" y="3288969"/>
            <a:ext cx="2196264" cy="170168"/>
            <a:chOff x="1998724" y="3468624"/>
            <a:chExt cx="2629832" cy="203761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2CF6FF0D-9D95-2B28-7521-CCA3702A70F6}"/>
                </a:ext>
              </a:extLst>
            </p:cNvPr>
            <p:cNvSpPr/>
            <p:nvPr/>
          </p:nvSpPr>
          <p:spPr>
            <a:xfrm>
              <a:off x="1998724" y="3468624"/>
              <a:ext cx="2629832" cy="203761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DDF83093-02D5-4E90-5708-4747B2D4AD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064" t="29223" r="21841" b="17744"/>
            <a:stretch>
              <a:fillRect/>
            </a:stretch>
          </p:blipFill>
          <p:spPr>
            <a:xfrm>
              <a:off x="4420436" y="3489853"/>
              <a:ext cx="167575" cy="161302"/>
            </a:xfrm>
            <a:prstGeom prst="rect">
              <a:avLst/>
            </a:prstGeom>
          </p:spPr>
        </p:pic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F57CE280-9C71-34C1-0703-FED0C25ADC81}"/>
              </a:ext>
            </a:extLst>
          </p:cNvPr>
          <p:cNvSpPr txBox="1"/>
          <p:nvPr/>
        </p:nvSpPr>
        <p:spPr>
          <a:xfrm>
            <a:off x="4547883" y="3041379"/>
            <a:ext cx="831347" cy="154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분석 기간 선택</a:t>
            </a:r>
            <a:endParaRPr kumimoji="1" lang="en-US" altLang="ko-KR" sz="12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9569AF52-6FFB-6243-2AE6-D2B4AA4440B3}"/>
              </a:ext>
            </a:extLst>
          </p:cNvPr>
          <p:cNvGrpSpPr/>
          <p:nvPr/>
        </p:nvGrpSpPr>
        <p:grpSpPr>
          <a:xfrm>
            <a:off x="4546571" y="3284320"/>
            <a:ext cx="2197576" cy="205628"/>
            <a:chOff x="1997153" y="4107581"/>
            <a:chExt cx="2631403" cy="246221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F79CF27E-0654-1CCD-C519-402CFB2F437A}"/>
                </a:ext>
              </a:extLst>
            </p:cNvPr>
            <p:cNvSpPr/>
            <p:nvPr/>
          </p:nvSpPr>
          <p:spPr>
            <a:xfrm>
              <a:off x="1997153" y="4107581"/>
              <a:ext cx="1192361" cy="246221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01A0B66-FC8A-329D-0C04-AEEAE4F61D04}"/>
                </a:ext>
              </a:extLst>
            </p:cNvPr>
            <p:cNvSpPr txBox="1"/>
            <p:nvPr/>
          </p:nvSpPr>
          <p:spPr>
            <a:xfrm>
              <a:off x="3288341" y="4133610"/>
              <a:ext cx="7694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t">
              <a:spAutoFit/>
            </a:bodyPr>
            <a:lstStyle/>
            <a:p>
              <a:r>
                <a:rPr kumimoji="1" lang="en-US" altLang="ko-KR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2" panose="02020600000000000000" pitchFamily="18" charset="-127"/>
                  <a:ea typeface="a시월구일2" panose="02020600000000000000" pitchFamily="18" charset="-127"/>
                  <a:cs typeface="Pretendard" panose="02000503000000020004" pitchFamily="2" charset="-127"/>
                </a:rPr>
                <a:t>~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B0D5C53E-97FF-FA74-4546-BBBF8ACFAAA3}"/>
                </a:ext>
              </a:extLst>
            </p:cNvPr>
            <p:cNvSpPr/>
            <p:nvPr/>
          </p:nvSpPr>
          <p:spPr>
            <a:xfrm>
              <a:off x="3436195" y="4107581"/>
              <a:ext cx="1192361" cy="246221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F77D3070-3E29-319D-6559-F872149A9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064" t="29223" r="21841" b="17744"/>
            <a:stretch>
              <a:fillRect/>
            </a:stretch>
          </p:blipFill>
          <p:spPr>
            <a:xfrm>
              <a:off x="2964475" y="4147448"/>
              <a:ext cx="167575" cy="161302"/>
            </a:xfrm>
            <a:prstGeom prst="rect">
              <a:avLst/>
            </a:prstGeom>
          </p:spPr>
        </p:pic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2C032912-4D53-339B-838D-B05072F09D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064" t="29223" r="21841" b="17744"/>
            <a:stretch>
              <a:fillRect/>
            </a:stretch>
          </p:blipFill>
          <p:spPr>
            <a:xfrm>
              <a:off x="4446886" y="4147448"/>
              <a:ext cx="167575" cy="161302"/>
            </a:xfrm>
            <a:prstGeom prst="rect">
              <a:avLst/>
            </a:prstGeom>
          </p:spPr>
        </p:pic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6CFF048B-5E08-567D-04AF-7198006BAF80}"/>
              </a:ext>
            </a:extLst>
          </p:cNvPr>
          <p:cNvGrpSpPr/>
          <p:nvPr/>
        </p:nvGrpSpPr>
        <p:grpSpPr>
          <a:xfrm>
            <a:off x="3310183" y="3757207"/>
            <a:ext cx="840617" cy="205628"/>
            <a:chOff x="2496456" y="4595550"/>
            <a:chExt cx="1006565" cy="246221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64C337B2-C497-A92B-A17D-15E21D13C29C}"/>
                </a:ext>
              </a:extLst>
            </p:cNvPr>
            <p:cNvSpPr/>
            <p:nvPr/>
          </p:nvSpPr>
          <p:spPr>
            <a:xfrm>
              <a:off x="2496456" y="4595550"/>
              <a:ext cx="1006565" cy="2462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8F730C8-84D7-8478-CDDB-F1AF519DF6FC}"/>
                </a:ext>
              </a:extLst>
            </p:cNvPr>
            <p:cNvSpPr txBox="1"/>
            <p:nvPr/>
          </p:nvSpPr>
          <p:spPr>
            <a:xfrm>
              <a:off x="2643679" y="4626327"/>
              <a:ext cx="712119" cy="2026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t">
              <a:spAutoFit/>
            </a:bodyPr>
            <a:lstStyle/>
            <a:p>
              <a:r>
                <a:rPr kumimoji="1" lang="ko-KR" altLang="en-US" sz="11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2" panose="02020600000000000000" pitchFamily="18" charset="-127"/>
                  <a:ea typeface="a시월구일2" panose="02020600000000000000" pitchFamily="18" charset="-127"/>
                  <a:cs typeface="Pretendard" panose="02000503000000020004" pitchFamily="2" charset="-127"/>
                </a:rPr>
                <a:t>분석 실행</a:t>
              </a:r>
              <a:endParaRPr kumimoji="1" lang="en-US" altLang="ko-KR" sz="11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6765EB3A-04EE-A850-65FB-242BF3E20070}"/>
              </a:ext>
            </a:extLst>
          </p:cNvPr>
          <p:cNvGrpSpPr/>
          <p:nvPr/>
        </p:nvGrpSpPr>
        <p:grpSpPr>
          <a:xfrm>
            <a:off x="4343505" y="3757207"/>
            <a:ext cx="840617" cy="205628"/>
            <a:chOff x="3733768" y="4595550"/>
            <a:chExt cx="1006565" cy="246221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14FEAAF9-E7D6-F4CF-A48C-6822B9C3E16C}"/>
                </a:ext>
              </a:extLst>
            </p:cNvPr>
            <p:cNvSpPr/>
            <p:nvPr/>
          </p:nvSpPr>
          <p:spPr>
            <a:xfrm>
              <a:off x="3733768" y="4595550"/>
              <a:ext cx="1006565" cy="2462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AADAF4A-02F5-139C-960A-20E1F36881E6}"/>
                </a:ext>
              </a:extLst>
            </p:cNvPr>
            <p:cNvSpPr txBox="1"/>
            <p:nvPr/>
          </p:nvSpPr>
          <p:spPr>
            <a:xfrm>
              <a:off x="3738953" y="4626327"/>
              <a:ext cx="996197" cy="193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t">
              <a:spAutoFit/>
            </a:bodyPr>
            <a:lstStyle/>
            <a:p>
              <a:r>
                <a:rPr kumimoji="1" lang="ko-KR" altLang="en-US" sz="105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2" panose="02020600000000000000" pitchFamily="18" charset="-127"/>
                  <a:ea typeface="a시월구일2" panose="02020600000000000000" pitchFamily="18" charset="-127"/>
                  <a:cs typeface="Pretendard" panose="02000503000000020004" pitchFamily="2" charset="-127"/>
                </a:rPr>
                <a:t>데이터 초기화</a:t>
              </a:r>
              <a:endParaRPr kumimoji="1" lang="en-US" altLang="ko-KR" sz="105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2090" name="직사각형 2089">
            <a:extLst>
              <a:ext uri="{FF2B5EF4-FFF2-40B4-BE49-F238E27FC236}">
                <a16:creationId xmlns:a16="http://schemas.microsoft.com/office/drawing/2014/main" id="{6EC3D92D-30BD-425B-43CA-75F6EB6BA81F}"/>
              </a:ext>
            </a:extLst>
          </p:cNvPr>
          <p:cNvSpPr/>
          <p:nvPr/>
        </p:nvSpPr>
        <p:spPr>
          <a:xfrm>
            <a:off x="7117710" y="4188642"/>
            <a:ext cx="3049548" cy="241349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91" name="직사각형 2090">
            <a:extLst>
              <a:ext uri="{FF2B5EF4-FFF2-40B4-BE49-F238E27FC236}">
                <a16:creationId xmlns:a16="http://schemas.microsoft.com/office/drawing/2014/main" id="{8874F3D3-BCD0-4AEB-B7DE-55F492FAFA37}"/>
              </a:ext>
            </a:extLst>
          </p:cNvPr>
          <p:cNvSpPr/>
          <p:nvPr/>
        </p:nvSpPr>
        <p:spPr>
          <a:xfrm>
            <a:off x="7117709" y="2677876"/>
            <a:ext cx="3049548" cy="1415153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92" name="TextBox 2091">
            <a:extLst>
              <a:ext uri="{FF2B5EF4-FFF2-40B4-BE49-F238E27FC236}">
                <a16:creationId xmlns:a16="http://schemas.microsoft.com/office/drawing/2014/main" id="{F3E4240E-BA8E-735A-DE78-34285451F9D7}"/>
              </a:ext>
            </a:extLst>
          </p:cNvPr>
          <p:cNvSpPr txBox="1"/>
          <p:nvPr/>
        </p:nvSpPr>
        <p:spPr>
          <a:xfrm>
            <a:off x="7219197" y="2745358"/>
            <a:ext cx="1756073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160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분석 데이터 선택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grpSp>
        <p:nvGrpSpPr>
          <p:cNvPr id="2103" name="그룹 2102">
            <a:extLst>
              <a:ext uri="{FF2B5EF4-FFF2-40B4-BE49-F238E27FC236}">
                <a16:creationId xmlns:a16="http://schemas.microsoft.com/office/drawing/2014/main" id="{B21B3060-8469-8FD9-F348-FFA8B6FCDDFE}"/>
              </a:ext>
            </a:extLst>
          </p:cNvPr>
          <p:cNvGrpSpPr/>
          <p:nvPr/>
        </p:nvGrpSpPr>
        <p:grpSpPr>
          <a:xfrm>
            <a:off x="7219198" y="3046967"/>
            <a:ext cx="1318125" cy="184666"/>
            <a:chOff x="7219198" y="3046967"/>
            <a:chExt cx="1318125" cy="184666"/>
          </a:xfrm>
        </p:grpSpPr>
        <p:sp>
          <p:nvSpPr>
            <p:cNvPr id="2093" name="TextBox 2092">
              <a:extLst>
                <a:ext uri="{FF2B5EF4-FFF2-40B4-BE49-F238E27FC236}">
                  <a16:creationId xmlns:a16="http://schemas.microsoft.com/office/drawing/2014/main" id="{F2FA5939-6478-F5D4-8977-57D1747DC584}"/>
                </a:ext>
              </a:extLst>
            </p:cNvPr>
            <p:cNvSpPr txBox="1"/>
            <p:nvPr/>
          </p:nvSpPr>
          <p:spPr>
            <a:xfrm>
              <a:off x="7404457" y="3046967"/>
              <a:ext cx="113286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en-US" altLang="ko-KR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PM10</a:t>
              </a:r>
            </a:p>
          </p:txBody>
        </p:sp>
        <p:sp>
          <p:nvSpPr>
            <p:cNvPr id="2094" name="타원 2093">
              <a:extLst>
                <a:ext uri="{FF2B5EF4-FFF2-40B4-BE49-F238E27FC236}">
                  <a16:creationId xmlns:a16="http://schemas.microsoft.com/office/drawing/2014/main" id="{E08EBA8B-766B-3464-3C05-AB64CB148087}"/>
                </a:ext>
              </a:extLst>
            </p:cNvPr>
            <p:cNvSpPr/>
            <p:nvPr/>
          </p:nvSpPr>
          <p:spPr>
            <a:xfrm>
              <a:off x="7219198" y="3075867"/>
              <a:ext cx="126867" cy="1268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04" name="그룹 2103">
            <a:extLst>
              <a:ext uri="{FF2B5EF4-FFF2-40B4-BE49-F238E27FC236}">
                <a16:creationId xmlns:a16="http://schemas.microsoft.com/office/drawing/2014/main" id="{E49B8C75-8ED5-F333-5529-9F456DE5450D}"/>
              </a:ext>
            </a:extLst>
          </p:cNvPr>
          <p:cNvGrpSpPr/>
          <p:nvPr/>
        </p:nvGrpSpPr>
        <p:grpSpPr>
          <a:xfrm>
            <a:off x="7219198" y="3257602"/>
            <a:ext cx="1318125" cy="184666"/>
            <a:chOff x="7219198" y="3256741"/>
            <a:chExt cx="1318125" cy="184666"/>
          </a:xfrm>
        </p:grpSpPr>
        <p:sp>
          <p:nvSpPr>
            <p:cNvPr id="2095" name="TextBox 2094">
              <a:extLst>
                <a:ext uri="{FF2B5EF4-FFF2-40B4-BE49-F238E27FC236}">
                  <a16:creationId xmlns:a16="http://schemas.microsoft.com/office/drawing/2014/main" id="{3F0A5151-D6DD-A14B-EE54-C39FE47E71B7}"/>
                </a:ext>
              </a:extLst>
            </p:cNvPr>
            <p:cNvSpPr txBox="1"/>
            <p:nvPr/>
          </p:nvSpPr>
          <p:spPr>
            <a:xfrm>
              <a:off x="7404457" y="3256741"/>
              <a:ext cx="113286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en-US" altLang="ko-KR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PM2.5</a:t>
              </a:r>
            </a:p>
          </p:txBody>
        </p:sp>
        <p:sp>
          <p:nvSpPr>
            <p:cNvPr id="2096" name="타원 2095">
              <a:extLst>
                <a:ext uri="{FF2B5EF4-FFF2-40B4-BE49-F238E27FC236}">
                  <a16:creationId xmlns:a16="http://schemas.microsoft.com/office/drawing/2014/main" id="{7FB155C8-F942-E233-CEF7-60092AA06B27}"/>
                </a:ext>
              </a:extLst>
            </p:cNvPr>
            <p:cNvSpPr/>
            <p:nvPr/>
          </p:nvSpPr>
          <p:spPr>
            <a:xfrm>
              <a:off x="7219198" y="3285641"/>
              <a:ext cx="126867" cy="1268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05" name="그룹 2104">
            <a:extLst>
              <a:ext uri="{FF2B5EF4-FFF2-40B4-BE49-F238E27FC236}">
                <a16:creationId xmlns:a16="http://schemas.microsoft.com/office/drawing/2014/main" id="{549C4838-8C0B-8ED6-5C1E-8997818ABB11}"/>
              </a:ext>
            </a:extLst>
          </p:cNvPr>
          <p:cNvGrpSpPr/>
          <p:nvPr/>
        </p:nvGrpSpPr>
        <p:grpSpPr>
          <a:xfrm>
            <a:off x="7219198" y="3468236"/>
            <a:ext cx="1318125" cy="184666"/>
            <a:chOff x="7219198" y="3474117"/>
            <a:chExt cx="1318125" cy="184666"/>
          </a:xfrm>
        </p:grpSpPr>
        <p:sp>
          <p:nvSpPr>
            <p:cNvPr id="2097" name="TextBox 2096">
              <a:extLst>
                <a:ext uri="{FF2B5EF4-FFF2-40B4-BE49-F238E27FC236}">
                  <a16:creationId xmlns:a16="http://schemas.microsoft.com/office/drawing/2014/main" id="{B5CE3CD2-38DE-AA5E-80C2-FC3FF96AFEF3}"/>
                </a:ext>
              </a:extLst>
            </p:cNvPr>
            <p:cNvSpPr txBox="1"/>
            <p:nvPr/>
          </p:nvSpPr>
          <p:spPr>
            <a:xfrm>
              <a:off x="7404457" y="3474117"/>
              <a:ext cx="113286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ko-KR" altLang="en-US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평균 기온</a:t>
              </a:r>
              <a:endParaRPr kumimoji="1" lang="en-US" altLang="ko-KR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</p:txBody>
        </p:sp>
        <p:sp>
          <p:nvSpPr>
            <p:cNvPr id="2098" name="타원 2097">
              <a:extLst>
                <a:ext uri="{FF2B5EF4-FFF2-40B4-BE49-F238E27FC236}">
                  <a16:creationId xmlns:a16="http://schemas.microsoft.com/office/drawing/2014/main" id="{EE3B6DFF-9F98-E8C7-E0FD-F99B4C039496}"/>
                </a:ext>
              </a:extLst>
            </p:cNvPr>
            <p:cNvSpPr/>
            <p:nvPr/>
          </p:nvSpPr>
          <p:spPr>
            <a:xfrm>
              <a:off x="7219198" y="3503017"/>
              <a:ext cx="126867" cy="1268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06" name="그룹 2105">
            <a:extLst>
              <a:ext uri="{FF2B5EF4-FFF2-40B4-BE49-F238E27FC236}">
                <a16:creationId xmlns:a16="http://schemas.microsoft.com/office/drawing/2014/main" id="{CEA0A4CF-137B-D939-72BF-8DC72F013A8F}"/>
              </a:ext>
            </a:extLst>
          </p:cNvPr>
          <p:cNvGrpSpPr/>
          <p:nvPr/>
        </p:nvGrpSpPr>
        <p:grpSpPr>
          <a:xfrm>
            <a:off x="7219198" y="3678870"/>
            <a:ext cx="1318125" cy="184666"/>
            <a:chOff x="7219198" y="3685664"/>
            <a:chExt cx="1318125" cy="184666"/>
          </a:xfrm>
        </p:grpSpPr>
        <p:sp>
          <p:nvSpPr>
            <p:cNvPr id="2099" name="TextBox 2098">
              <a:extLst>
                <a:ext uri="{FF2B5EF4-FFF2-40B4-BE49-F238E27FC236}">
                  <a16:creationId xmlns:a16="http://schemas.microsoft.com/office/drawing/2014/main" id="{4A8D7054-7E83-8A99-41BC-BFDBC1FA2AEB}"/>
                </a:ext>
              </a:extLst>
            </p:cNvPr>
            <p:cNvSpPr txBox="1"/>
            <p:nvPr/>
          </p:nvSpPr>
          <p:spPr>
            <a:xfrm>
              <a:off x="7404457" y="3685664"/>
              <a:ext cx="113286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ko-KR" altLang="en-US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진료 건수</a:t>
              </a:r>
              <a:endParaRPr kumimoji="1" lang="en-US" altLang="ko-KR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</p:txBody>
        </p:sp>
        <p:sp>
          <p:nvSpPr>
            <p:cNvPr id="2100" name="타원 2099">
              <a:extLst>
                <a:ext uri="{FF2B5EF4-FFF2-40B4-BE49-F238E27FC236}">
                  <a16:creationId xmlns:a16="http://schemas.microsoft.com/office/drawing/2014/main" id="{39B1ED23-C33E-4253-25F8-477164F822C9}"/>
                </a:ext>
              </a:extLst>
            </p:cNvPr>
            <p:cNvSpPr/>
            <p:nvPr/>
          </p:nvSpPr>
          <p:spPr>
            <a:xfrm>
              <a:off x="7219198" y="3714564"/>
              <a:ext cx="126867" cy="1268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07" name="그룹 2106">
            <a:extLst>
              <a:ext uri="{FF2B5EF4-FFF2-40B4-BE49-F238E27FC236}">
                <a16:creationId xmlns:a16="http://schemas.microsoft.com/office/drawing/2014/main" id="{5D6153C3-776D-9B7D-5FAB-98A8050A0BAE}"/>
              </a:ext>
            </a:extLst>
          </p:cNvPr>
          <p:cNvGrpSpPr/>
          <p:nvPr/>
        </p:nvGrpSpPr>
        <p:grpSpPr>
          <a:xfrm>
            <a:off x="7219198" y="3889505"/>
            <a:ext cx="1318125" cy="184666"/>
            <a:chOff x="7219198" y="3889505"/>
            <a:chExt cx="1318125" cy="184666"/>
          </a:xfrm>
        </p:grpSpPr>
        <p:sp>
          <p:nvSpPr>
            <p:cNvPr id="2101" name="TextBox 2100">
              <a:extLst>
                <a:ext uri="{FF2B5EF4-FFF2-40B4-BE49-F238E27FC236}">
                  <a16:creationId xmlns:a16="http://schemas.microsoft.com/office/drawing/2014/main" id="{CF9548D7-74B1-1906-F8E1-E6973351AAEE}"/>
                </a:ext>
              </a:extLst>
            </p:cNvPr>
            <p:cNvSpPr txBox="1"/>
            <p:nvPr/>
          </p:nvSpPr>
          <p:spPr>
            <a:xfrm>
              <a:off x="7404457" y="3889505"/>
              <a:ext cx="113286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ko-KR" altLang="en-US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인구 수</a:t>
              </a:r>
              <a:endParaRPr kumimoji="1" lang="en-US" altLang="ko-KR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</p:txBody>
        </p:sp>
        <p:sp>
          <p:nvSpPr>
            <p:cNvPr id="2102" name="타원 2101">
              <a:extLst>
                <a:ext uri="{FF2B5EF4-FFF2-40B4-BE49-F238E27FC236}">
                  <a16:creationId xmlns:a16="http://schemas.microsoft.com/office/drawing/2014/main" id="{6871A280-23D4-87B5-4016-012BA0ADD199}"/>
                </a:ext>
              </a:extLst>
            </p:cNvPr>
            <p:cNvSpPr/>
            <p:nvPr/>
          </p:nvSpPr>
          <p:spPr>
            <a:xfrm>
              <a:off x="7219198" y="3918405"/>
              <a:ext cx="126867" cy="1268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08" name="직사각형 2107">
            <a:extLst>
              <a:ext uri="{FF2B5EF4-FFF2-40B4-BE49-F238E27FC236}">
                <a16:creationId xmlns:a16="http://schemas.microsoft.com/office/drawing/2014/main" id="{2979E47E-62FD-6630-17F8-6198555E0418}"/>
              </a:ext>
            </a:extLst>
          </p:cNvPr>
          <p:cNvSpPr/>
          <p:nvPr/>
        </p:nvSpPr>
        <p:spPr>
          <a:xfrm>
            <a:off x="1946817" y="4188642"/>
            <a:ext cx="5118052" cy="2413497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E5886D-D1B2-5CFD-85CD-41258C60C0AB}"/>
              </a:ext>
            </a:extLst>
          </p:cNvPr>
          <p:cNvSpPr txBox="1"/>
          <p:nvPr/>
        </p:nvSpPr>
        <p:spPr>
          <a:xfrm>
            <a:off x="3974448" y="4730739"/>
            <a:ext cx="1062791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분석 그래프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2109" name="TextBox 2108">
            <a:extLst>
              <a:ext uri="{FF2B5EF4-FFF2-40B4-BE49-F238E27FC236}">
                <a16:creationId xmlns:a16="http://schemas.microsoft.com/office/drawing/2014/main" id="{7F234E98-45AC-D00B-3F74-1541F581324A}"/>
              </a:ext>
            </a:extLst>
          </p:cNvPr>
          <p:cNvSpPr txBox="1"/>
          <p:nvPr/>
        </p:nvSpPr>
        <p:spPr>
          <a:xfrm>
            <a:off x="2548577" y="5143524"/>
            <a:ext cx="3914533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기간별 미세먼지 농도 및 환자 발생률 변화 그래프</a:t>
            </a:r>
            <a:endParaRPr kumimoji="1" lang="en-US" altLang="ko-KR" sz="14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2110" name="TextBox 2109">
            <a:extLst>
              <a:ext uri="{FF2B5EF4-FFF2-40B4-BE49-F238E27FC236}">
                <a16:creationId xmlns:a16="http://schemas.microsoft.com/office/drawing/2014/main" id="{334AF8A6-404C-0D53-82A2-B124BDABF897}"/>
              </a:ext>
            </a:extLst>
          </p:cNvPr>
          <p:cNvSpPr txBox="1"/>
          <p:nvPr/>
        </p:nvSpPr>
        <p:spPr>
          <a:xfrm>
            <a:off x="8178649" y="4305231"/>
            <a:ext cx="856004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분석 결과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2113" name="TextBox 2112">
            <a:extLst>
              <a:ext uri="{FF2B5EF4-FFF2-40B4-BE49-F238E27FC236}">
                <a16:creationId xmlns:a16="http://schemas.microsoft.com/office/drawing/2014/main" id="{193C805C-1CBD-5C35-D94F-8B9D25A00F28}"/>
              </a:ext>
            </a:extLst>
          </p:cNvPr>
          <p:cNvSpPr txBox="1"/>
          <p:nvPr/>
        </p:nvSpPr>
        <p:spPr>
          <a:xfrm>
            <a:off x="7732212" y="4663133"/>
            <a:ext cx="1748877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1400" dirty="0" err="1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머신러닝</a:t>
            </a:r>
            <a:r>
              <a:rPr kumimoji="1" lang="ko-KR" altLang="en-US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 분석 기반 </a:t>
            </a:r>
            <a:endParaRPr kumimoji="1" lang="en-US" altLang="ko-KR" sz="14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  <a:p>
            <a:r>
              <a:rPr kumimoji="1" lang="ko-KR" altLang="en-US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건강 취약도 등급 표시</a:t>
            </a:r>
            <a:endParaRPr kumimoji="1" lang="en-US" altLang="ko-KR" sz="14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</p:txBody>
      </p:sp>
      <p:grpSp>
        <p:nvGrpSpPr>
          <p:cNvPr id="2063" name="그룹 2062">
            <a:extLst>
              <a:ext uri="{FF2B5EF4-FFF2-40B4-BE49-F238E27FC236}">
                <a16:creationId xmlns:a16="http://schemas.microsoft.com/office/drawing/2014/main" id="{529B5371-2EF7-FA8E-8C13-C042CAAFFB21}"/>
              </a:ext>
            </a:extLst>
          </p:cNvPr>
          <p:cNvGrpSpPr/>
          <p:nvPr/>
        </p:nvGrpSpPr>
        <p:grpSpPr>
          <a:xfrm>
            <a:off x="7508167" y="5288122"/>
            <a:ext cx="2323977" cy="364780"/>
            <a:chOff x="6307168" y="5149998"/>
            <a:chExt cx="1829129" cy="287107"/>
          </a:xfrm>
        </p:grpSpPr>
        <p:grpSp>
          <p:nvGrpSpPr>
            <p:cNvPr id="2059" name="그룹 2058">
              <a:extLst>
                <a:ext uri="{FF2B5EF4-FFF2-40B4-BE49-F238E27FC236}">
                  <a16:creationId xmlns:a16="http://schemas.microsoft.com/office/drawing/2014/main" id="{9C17B969-B4C9-893A-8D54-06273EB8BC3A}"/>
                </a:ext>
              </a:extLst>
            </p:cNvPr>
            <p:cNvGrpSpPr/>
            <p:nvPr/>
          </p:nvGrpSpPr>
          <p:grpSpPr>
            <a:xfrm>
              <a:off x="6307168" y="5149998"/>
              <a:ext cx="346466" cy="287107"/>
              <a:chOff x="6307168" y="5149998"/>
              <a:chExt cx="346466" cy="287107"/>
            </a:xfrm>
          </p:grpSpPr>
          <p:sp>
            <p:nvSpPr>
              <p:cNvPr id="2049" name="타원 2048">
                <a:extLst>
                  <a:ext uri="{FF2B5EF4-FFF2-40B4-BE49-F238E27FC236}">
                    <a16:creationId xmlns:a16="http://schemas.microsoft.com/office/drawing/2014/main" id="{D661D9AB-C664-AF53-F0C0-64A853439FCC}"/>
                  </a:ext>
                </a:extLst>
              </p:cNvPr>
              <p:cNvSpPr/>
              <p:nvPr/>
            </p:nvSpPr>
            <p:spPr>
              <a:xfrm>
                <a:off x="6307168" y="5149998"/>
                <a:ext cx="112549" cy="112549"/>
              </a:xfrm>
              <a:prstGeom prst="ellipse">
                <a:avLst/>
              </a:prstGeom>
              <a:solidFill>
                <a:srgbClr val="12B88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2800"/>
              </a:p>
            </p:txBody>
          </p:sp>
          <p:sp>
            <p:nvSpPr>
              <p:cNvPr id="2055" name="TextBox 2054">
                <a:extLst>
                  <a:ext uri="{FF2B5EF4-FFF2-40B4-BE49-F238E27FC236}">
                    <a16:creationId xmlns:a16="http://schemas.microsoft.com/office/drawing/2014/main" id="{C2110B8E-B238-ED72-8B87-E4CC9712F562}"/>
                  </a:ext>
                </a:extLst>
              </p:cNvPr>
              <p:cNvSpPr txBox="1"/>
              <p:nvPr/>
            </p:nvSpPr>
            <p:spPr>
              <a:xfrm>
                <a:off x="6445569" y="5160106"/>
                <a:ext cx="20806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>
                <a:spAutoFit/>
              </a:bodyPr>
              <a:lstStyle/>
              <a:p>
                <a:pPr latinLnBrk="0"/>
                <a:r>
                  <a:rPr kumimoji="1" lang="ko-KR" altLang="en-US" sz="9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시월구일1" panose="02020600000000000000" pitchFamily="18" charset="-127"/>
                    <a:ea typeface="a시월구일1" panose="02020600000000000000" pitchFamily="18" charset="-127"/>
                    <a:cs typeface="Pretendard" panose="02000503000000020004" pitchFamily="2" charset="-127"/>
                  </a:rPr>
                  <a:t>안전</a:t>
                </a:r>
                <a:endParaRPr kumimoji="1" lang="en-US" altLang="ko-KR" sz="9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2060" name="그룹 2059">
              <a:extLst>
                <a:ext uri="{FF2B5EF4-FFF2-40B4-BE49-F238E27FC236}">
                  <a16:creationId xmlns:a16="http://schemas.microsoft.com/office/drawing/2014/main" id="{041B5A90-4EE7-383D-D8A8-816843F86861}"/>
                </a:ext>
              </a:extLst>
            </p:cNvPr>
            <p:cNvGrpSpPr/>
            <p:nvPr/>
          </p:nvGrpSpPr>
          <p:grpSpPr>
            <a:xfrm>
              <a:off x="6716366" y="5150472"/>
              <a:ext cx="376860" cy="148133"/>
              <a:chOff x="6807711" y="5150472"/>
              <a:chExt cx="376860" cy="148133"/>
            </a:xfrm>
          </p:grpSpPr>
          <p:sp>
            <p:nvSpPr>
              <p:cNvPr id="2051" name="타원 2050">
                <a:extLst>
                  <a:ext uri="{FF2B5EF4-FFF2-40B4-BE49-F238E27FC236}">
                    <a16:creationId xmlns:a16="http://schemas.microsoft.com/office/drawing/2014/main" id="{13AD2D40-EA8F-E277-80D5-A73EB8765AE7}"/>
                  </a:ext>
                </a:extLst>
              </p:cNvPr>
              <p:cNvSpPr/>
              <p:nvPr/>
            </p:nvSpPr>
            <p:spPr>
              <a:xfrm>
                <a:off x="6807711" y="5150472"/>
                <a:ext cx="111600" cy="111600"/>
              </a:xfrm>
              <a:prstGeom prst="ellipse">
                <a:avLst/>
              </a:prstGeom>
              <a:solidFill>
                <a:srgbClr val="F79D0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2800"/>
              </a:p>
            </p:txBody>
          </p:sp>
          <p:sp>
            <p:nvSpPr>
              <p:cNvPr id="2056" name="TextBox 2055">
                <a:extLst>
                  <a:ext uri="{FF2B5EF4-FFF2-40B4-BE49-F238E27FC236}">
                    <a16:creationId xmlns:a16="http://schemas.microsoft.com/office/drawing/2014/main" id="{78368FD2-FA2E-6DAD-6552-41F19FF87E4D}"/>
                  </a:ext>
                </a:extLst>
              </p:cNvPr>
              <p:cNvSpPr txBox="1"/>
              <p:nvPr/>
            </p:nvSpPr>
            <p:spPr>
              <a:xfrm>
                <a:off x="6961962" y="5160106"/>
                <a:ext cx="222609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>
                <a:spAutoFit/>
              </a:bodyPr>
              <a:lstStyle/>
              <a:p>
                <a:pPr latinLnBrk="0"/>
                <a:r>
                  <a:rPr kumimoji="1" lang="ko-KR" altLang="en-US" sz="9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시월구일1" panose="02020600000000000000" pitchFamily="18" charset="-127"/>
                    <a:ea typeface="a시월구일1" panose="02020600000000000000" pitchFamily="18" charset="-127"/>
                    <a:cs typeface="Pretendard" panose="02000503000000020004" pitchFamily="2" charset="-127"/>
                  </a:rPr>
                  <a:t>보통</a:t>
                </a:r>
                <a:endParaRPr kumimoji="1" lang="en-US" altLang="ko-KR" sz="9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2061" name="그룹 2060">
              <a:extLst>
                <a:ext uri="{FF2B5EF4-FFF2-40B4-BE49-F238E27FC236}">
                  <a16:creationId xmlns:a16="http://schemas.microsoft.com/office/drawing/2014/main" id="{C76ACE94-8134-5B29-2695-80CD67092210}"/>
                </a:ext>
              </a:extLst>
            </p:cNvPr>
            <p:cNvGrpSpPr/>
            <p:nvPr/>
          </p:nvGrpSpPr>
          <p:grpSpPr>
            <a:xfrm>
              <a:off x="7155958" y="5150472"/>
              <a:ext cx="418013" cy="148133"/>
              <a:chOff x="7510875" y="5150472"/>
              <a:chExt cx="418013" cy="148133"/>
            </a:xfrm>
          </p:grpSpPr>
          <p:sp>
            <p:nvSpPr>
              <p:cNvPr id="2053" name="타원 2052">
                <a:extLst>
                  <a:ext uri="{FF2B5EF4-FFF2-40B4-BE49-F238E27FC236}">
                    <a16:creationId xmlns:a16="http://schemas.microsoft.com/office/drawing/2014/main" id="{84562697-F2F3-A9F4-EBE9-7C854BDB04F7}"/>
                  </a:ext>
                </a:extLst>
              </p:cNvPr>
              <p:cNvSpPr/>
              <p:nvPr/>
            </p:nvSpPr>
            <p:spPr>
              <a:xfrm>
                <a:off x="7510875" y="5150472"/>
                <a:ext cx="111600" cy="111600"/>
              </a:xfrm>
              <a:prstGeom prst="ellipse">
                <a:avLst/>
              </a:prstGeom>
              <a:solidFill>
                <a:srgbClr val="F8731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2800"/>
              </a:p>
            </p:txBody>
          </p:sp>
          <p:sp>
            <p:nvSpPr>
              <p:cNvPr id="2057" name="TextBox 2056">
                <a:extLst>
                  <a:ext uri="{FF2B5EF4-FFF2-40B4-BE49-F238E27FC236}">
                    <a16:creationId xmlns:a16="http://schemas.microsoft.com/office/drawing/2014/main" id="{E36E2BC6-3560-8800-7DD5-19661E0DA615}"/>
                  </a:ext>
                </a:extLst>
              </p:cNvPr>
              <p:cNvSpPr txBox="1"/>
              <p:nvPr/>
            </p:nvSpPr>
            <p:spPr>
              <a:xfrm>
                <a:off x="7650334" y="5160106"/>
                <a:ext cx="278554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>
                <a:spAutoFit/>
              </a:bodyPr>
              <a:lstStyle/>
              <a:p>
                <a:pPr latinLnBrk="0"/>
                <a:r>
                  <a:rPr kumimoji="1" lang="ko-KR" altLang="en-US" sz="9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시월구일1" panose="02020600000000000000" pitchFamily="18" charset="-127"/>
                    <a:ea typeface="a시월구일1" panose="02020600000000000000" pitchFamily="18" charset="-127"/>
                    <a:cs typeface="Pretendard" panose="02000503000000020004" pitchFamily="2" charset="-127"/>
                  </a:rPr>
                  <a:t>민감</a:t>
                </a:r>
                <a:endParaRPr kumimoji="1" lang="en-US" altLang="ko-KR" sz="9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2062" name="그룹 2061">
              <a:extLst>
                <a:ext uri="{FF2B5EF4-FFF2-40B4-BE49-F238E27FC236}">
                  <a16:creationId xmlns:a16="http://schemas.microsoft.com/office/drawing/2014/main" id="{74E753ED-53AF-6727-1663-9F2A1661A0CA}"/>
                </a:ext>
              </a:extLst>
            </p:cNvPr>
            <p:cNvGrpSpPr/>
            <p:nvPr/>
          </p:nvGrpSpPr>
          <p:grpSpPr>
            <a:xfrm>
              <a:off x="7636702" y="5150472"/>
              <a:ext cx="499595" cy="286633"/>
              <a:chOff x="8075735" y="5150472"/>
              <a:chExt cx="499595" cy="286633"/>
            </a:xfrm>
          </p:grpSpPr>
          <p:sp>
            <p:nvSpPr>
              <p:cNvPr id="2054" name="타원 2053">
                <a:extLst>
                  <a:ext uri="{FF2B5EF4-FFF2-40B4-BE49-F238E27FC236}">
                    <a16:creationId xmlns:a16="http://schemas.microsoft.com/office/drawing/2014/main" id="{8A6C8E31-B345-0CAB-96B4-892213370100}"/>
                  </a:ext>
                </a:extLst>
              </p:cNvPr>
              <p:cNvSpPr/>
              <p:nvPr/>
            </p:nvSpPr>
            <p:spPr>
              <a:xfrm>
                <a:off x="8075735" y="5150472"/>
                <a:ext cx="111600" cy="111600"/>
              </a:xfrm>
              <a:prstGeom prst="ellipse">
                <a:avLst/>
              </a:prstGeom>
              <a:solidFill>
                <a:srgbClr val="ED454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2800"/>
              </a:p>
            </p:txBody>
          </p:sp>
          <p:sp>
            <p:nvSpPr>
              <p:cNvPr id="2058" name="TextBox 2057">
                <a:extLst>
                  <a:ext uri="{FF2B5EF4-FFF2-40B4-BE49-F238E27FC236}">
                    <a16:creationId xmlns:a16="http://schemas.microsoft.com/office/drawing/2014/main" id="{5C02B470-9405-313D-51CD-6604AF790B5F}"/>
                  </a:ext>
                </a:extLst>
              </p:cNvPr>
              <p:cNvSpPr txBox="1"/>
              <p:nvPr/>
            </p:nvSpPr>
            <p:spPr>
              <a:xfrm>
                <a:off x="8245192" y="5160106"/>
                <a:ext cx="33013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>
                <a:spAutoFit/>
              </a:bodyPr>
              <a:lstStyle/>
              <a:p>
                <a:pPr latinLnBrk="0"/>
                <a:r>
                  <a:rPr kumimoji="1" lang="ko-KR" altLang="en-US" sz="9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시월구일1" panose="02020600000000000000" pitchFamily="18" charset="-127"/>
                    <a:ea typeface="a시월구일1" panose="02020600000000000000" pitchFamily="18" charset="-127"/>
                    <a:cs typeface="Pretendard" panose="02000503000000020004" pitchFamily="2" charset="-127"/>
                  </a:rPr>
                  <a:t>고위험</a:t>
                </a:r>
                <a:endParaRPr kumimoji="1" lang="en-US" altLang="ko-KR" sz="9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endParaRPr>
              </a:p>
            </p:txBody>
          </p:sp>
        </p:grpSp>
      </p:grpSp>
      <p:sp>
        <p:nvSpPr>
          <p:cNvPr id="2114" name="TextBox 2113">
            <a:extLst>
              <a:ext uri="{FF2B5EF4-FFF2-40B4-BE49-F238E27FC236}">
                <a16:creationId xmlns:a16="http://schemas.microsoft.com/office/drawing/2014/main" id="{FE5D68BF-80D3-FCCA-9C32-4033B9D83F72}"/>
              </a:ext>
            </a:extLst>
          </p:cNvPr>
          <p:cNvSpPr txBox="1"/>
          <p:nvPr/>
        </p:nvSpPr>
        <p:spPr>
          <a:xfrm>
            <a:off x="5689027" y="2332855"/>
            <a:ext cx="803105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대시보드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2115" name="TextBox 2114">
            <a:extLst>
              <a:ext uri="{FF2B5EF4-FFF2-40B4-BE49-F238E27FC236}">
                <a16:creationId xmlns:a16="http://schemas.microsoft.com/office/drawing/2014/main" id="{79035D78-947E-7E47-997E-2B9685ECD05C}"/>
              </a:ext>
            </a:extLst>
          </p:cNvPr>
          <p:cNvSpPr txBox="1"/>
          <p:nvPr/>
        </p:nvSpPr>
        <p:spPr>
          <a:xfrm>
            <a:off x="6721738" y="2332855"/>
            <a:ext cx="52900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|</a:t>
            </a:r>
          </a:p>
        </p:txBody>
      </p:sp>
      <p:sp>
        <p:nvSpPr>
          <p:cNvPr id="2116" name="TextBox 2115">
            <a:extLst>
              <a:ext uri="{FF2B5EF4-FFF2-40B4-BE49-F238E27FC236}">
                <a16:creationId xmlns:a16="http://schemas.microsoft.com/office/drawing/2014/main" id="{65B32E5B-065F-0618-2863-8C3E082CA2B4}"/>
              </a:ext>
            </a:extLst>
          </p:cNvPr>
          <p:cNvSpPr txBox="1"/>
          <p:nvPr/>
        </p:nvSpPr>
        <p:spPr>
          <a:xfrm>
            <a:off x="7004244" y="2332855"/>
            <a:ext cx="1070806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데이터 분석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2117" name="TextBox 2116">
            <a:extLst>
              <a:ext uri="{FF2B5EF4-FFF2-40B4-BE49-F238E27FC236}">
                <a16:creationId xmlns:a16="http://schemas.microsoft.com/office/drawing/2014/main" id="{6419011C-D2C8-FFEC-680A-D4AB6BB5E7AB}"/>
              </a:ext>
            </a:extLst>
          </p:cNvPr>
          <p:cNvSpPr txBox="1"/>
          <p:nvPr/>
        </p:nvSpPr>
        <p:spPr>
          <a:xfrm>
            <a:off x="4093954" y="2332855"/>
            <a:ext cx="1069203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시스템 정보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  <a:cs typeface="Pretendard" panose="02000503000000020004" pitchFamily="2" charset="-127"/>
            </a:endParaRPr>
          </a:p>
        </p:txBody>
      </p:sp>
      <p:pic>
        <p:nvPicPr>
          <p:cNvPr id="2118" name="그림 2117">
            <a:extLst>
              <a:ext uri="{FF2B5EF4-FFF2-40B4-BE49-F238E27FC236}">
                <a16:creationId xmlns:a16="http://schemas.microsoft.com/office/drawing/2014/main" id="{8AA6F638-3E18-775E-DA47-BEA8F00E55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738410" y="2412585"/>
            <a:ext cx="332981" cy="332981"/>
          </a:xfrm>
          <a:prstGeom prst="rect">
            <a:avLst/>
          </a:prstGeom>
        </p:spPr>
      </p:pic>
      <p:sp>
        <p:nvSpPr>
          <p:cNvPr id="2119" name="TextBox 2118">
            <a:extLst>
              <a:ext uri="{FF2B5EF4-FFF2-40B4-BE49-F238E27FC236}">
                <a16:creationId xmlns:a16="http://schemas.microsoft.com/office/drawing/2014/main" id="{12A9D5B0-7B87-C62B-518F-4292B1FEE9BD}"/>
              </a:ext>
            </a:extLst>
          </p:cNvPr>
          <p:cNvSpPr txBox="1"/>
          <p:nvPr/>
        </p:nvSpPr>
        <p:spPr>
          <a:xfrm>
            <a:off x="5239945" y="2332855"/>
            <a:ext cx="52900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r>
              <a: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  <a:cs typeface="Pretendard" panose="02000503000000020004" pitchFamily="2" charset="-127"/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176314178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192</Words>
  <Application>Microsoft Office PowerPoint</Application>
  <PresentationFormat>와이드스크린</PresentationFormat>
  <Paragraphs>87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a시월구일1</vt:lpstr>
      <vt:lpstr>a시월구일2</vt:lpstr>
      <vt:lpstr>a시월구일3</vt:lpstr>
      <vt:lpstr>맑은 고딕</vt:lpstr>
      <vt:lpstr>Arial</vt:lpstr>
      <vt:lpstr>1_Office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성욱 진</dc:creator>
  <cp:lastModifiedBy>성욱 진</cp:lastModifiedBy>
  <cp:revision>1</cp:revision>
  <dcterms:created xsi:type="dcterms:W3CDTF">2026-03-16T00:55:04Z</dcterms:created>
  <dcterms:modified xsi:type="dcterms:W3CDTF">2026-03-16T03:59:09Z</dcterms:modified>
</cp:coreProperties>
</file>